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4" r:id="rId4"/>
  </p:sldMasterIdLst>
  <p:notesMasterIdLst>
    <p:notesMasterId r:id="rId19"/>
  </p:notesMasterIdLst>
  <p:handoutMasterIdLst>
    <p:handoutMasterId r:id="rId20"/>
  </p:handoutMasterIdLst>
  <p:sldIdLst>
    <p:sldId id="256" r:id="rId5"/>
    <p:sldId id="257" r:id="rId6"/>
    <p:sldId id="330" r:id="rId7"/>
    <p:sldId id="274" r:id="rId8"/>
    <p:sldId id="305" r:id="rId9"/>
    <p:sldId id="343" r:id="rId10"/>
    <p:sldId id="342" r:id="rId11"/>
    <p:sldId id="345" r:id="rId12"/>
    <p:sldId id="347" r:id="rId13"/>
    <p:sldId id="346" r:id="rId14"/>
    <p:sldId id="354" r:id="rId15"/>
    <p:sldId id="356" r:id="rId16"/>
    <p:sldId id="355" r:id="rId17"/>
    <p:sldId id="35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144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55881D-EDAF-467A-8272-744A3A36D555}" v="38" dt="2025-02-16T19:14:15.4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102" autoAdjust="0"/>
    <p:restoredTop sz="93725" autoAdjust="0"/>
  </p:normalViewPr>
  <p:slideViewPr>
    <p:cSldViewPr snapToGrid="0">
      <p:cViewPr>
        <p:scale>
          <a:sx n="75" d="100"/>
          <a:sy n="75" d="100"/>
        </p:scale>
        <p:origin x="43" y="43"/>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48" d="100"/>
          <a:sy n="48" d="100"/>
        </p:scale>
        <p:origin x="1836"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3CD410-5E2E-4080-A893-907D31D22CB3}" type="doc">
      <dgm:prSet loTypeId="urn:microsoft.com/office/officeart/2017/3/layout/HorizontalLabelsTimeline" loCatId="other" qsTypeId="urn:microsoft.com/office/officeart/2005/8/quickstyle/simple1" qsCatId="simple" csTypeId="urn:microsoft.com/office/officeart/2005/8/colors/accent2_5" csCatId="accent2" phldr="1"/>
      <dgm:spPr/>
      <dgm:t>
        <a:bodyPr/>
        <a:lstStyle/>
        <a:p>
          <a:endParaRPr lang="en-US"/>
        </a:p>
      </dgm:t>
    </dgm:pt>
    <dgm:pt modelId="{687CC7BD-79EF-4A0F-BDD3-809BFA49E6BE}" type="pres">
      <dgm:prSet presAssocID="{FF3CD410-5E2E-4080-A893-907D31D22CB3}" presName="root" presStyleCnt="0">
        <dgm:presLayoutVars>
          <dgm:chMax/>
          <dgm:chPref/>
          <dgm:animLvl val="lvl"/>
        </dgm:presLayoutVars>
      </dgm:prSet>
      <dgm:spPr/>
    </dgm:pt>
    <dgm:pt modelId="{6168B371-2815-4661-9209-F8A29814ADCC}" type="pres">
      <dgm:prSet presAssocID="{FF3CD410-5E2E-4080-A893-907D31D22CB3}" presName="divider" presStyleLbl="fgAcc1" presStyleIdx="0" presStyleCnt="1"/>
      <dgm:spPr/>
    </dgm:pt>
    <dgm:pt modelId="{4C5F54B5-504F-4069-AF1D-9A370FBD268C}" type="pres">
      <dgm:prSet presAssocID="{FF3CD410-5E2E-4080-A893-907D31D22CB3}" presName="nodes" presStyleCnt="0">
        <dgm:presLayoutVars>
          <dgm:chMax/>
          <dgm:chPref/>
          <dgm:animLvl val="lvl"/>
        </dgm:presLayoutVars>
      </dgm:prSet>
      <dgm:spPr/>
    </dgm:pt>
  </dgm:ptLst>
  <dgm:cxnLst>
    <dgm:cxn modelId="{24FE186F-F804-46F5-9C2D-96C1655A06BB}" type="presOf" srcId="{FF3CD410-5E2E-4080-A893-907D31D22CB3}" destId="{687CC7BD-79EF-4A0F-BDD3-809BFA49E6BE}" srcOrd="0" destOrd="0" presId="urn:microsoft.com/office/officeart/2017/3/layout/HorizontalLabelsTimeline"/>
    <dgm:cxn modelId="{41A1825C-6B33-4866-A7F1-A86BC36862B3}" type="presParOf" srcId="{687CC7BD-79EF-4A0F-BDD3-809BFA49E6BE}" destId="{6168B371-2815-4661-9209-F8A29814ADCC}" srcOrd="0" destOrd="0" presId="urn:microsoft.com/office/officeart/2017/3/layout/HorizontalLabelsTimeline"/>
    <dgm:cxn modelId="{281FC94C-5AAC-413C-803D-BB6EEF9AD3A6}" type="presParOf" srcId="{687CC7BD-79EF-4A0F-BDD3-809BFA49E6BE}" destId="{4C5F54B5-504F-4069-AF1D-9A370FBD268C}" srcOrd="1" destOrd="0" presId="urn:microsoft.com/office/officeart/2017/3/layout/HorizontalLabels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68B371-2815-4661-9209-F8A29814ADCC}">
      <dsp:nvSpPr>
        <dsp:cNvPr id="0" name=""/>
        <dsp:cNvSpPr/>
      </dsp:nvSpPr>
      <dsp:spPr>
        <a:xfrm>
          <a:off x="0" y="1999456"/>
          <a:ext cx="10515600" cy="0"/>
        </a:xfrm>
        <a:prstGeom prst="line">
          <a:avLst/>
        </a:prstGeom>
        <a:solidFill>
          <a:schemeClr val="lt1">
            <a:alpha val="9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7/3/layout/HorizontalLabelsTimeline">
  <dgm:title val="Horizontal Labels Timeline"/>
  <dgm:desc val="Use to show a list of events in chronological order. The rectangular shape contains the description while the date is shown immediately below. It can display a large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1">
      <dgm:alg type="sp"/>
      <dgm:shape xmlns:r="http://schemas.openxmlformats.org/officeDocument/2006/relationships" type="line" r:blip="" zOrderOff="-1">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h" for="ch" forName="L1TextContainer" refType="h" fact="0.12"/>
                <dgm:constr type="t" for="ch" forName="L1TextContainer" refType="h" fact="0.31"/>
                <dgm:constr type="w" for="ch" forName="L2TextContainerWrapper" refType="w" fact="0.88"/>
                <dgm:constr type="l" for="ch" forName="L2TextContainerWrapper" refType="w" fact="0.06"/>
                <dgm:constr type="h" for="ch" forName="L2TextContainerWrapper" refType="h" fact="0.31"/>
                <dgm:constr type="b" for="ch" forName="L2TextContainerWrapper" refType="h" fact="0.31"/>
                <dgm:constr type="w" for="ch" forName="ConnectLine"/>
                <dgm:constr type="ctrX" for="ch" forName="ConnectLine" refType="w" fact="0.5"/>
                <dgm:constr type="h" for="ch" forName="ConnectLine" refType="h" fact="0.07"/>
                <dgm:constr type="t" for="ch" forName="ConnectLine" refType="h" fact="0.43"/>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
              <dgm:constrLst>
                <dgm:constr type="w" for="ch" forName="L1TextContainer" refType="w" fact="0.88"/>
                <dgm:constr type="l" for="ch" forName="L1TextContainer" refType="w" fact="0.06"/>
                <dgm:constr type="h" for="ch" forName="L1TextContainer" refType="h" fact="0.12"/>
                <dgm:constr type="t" for="ch" forName="L1TextContainer" refType="h" fact="0.57"/>
                <dgm:constr type="w" for="ch" forName="L2TextContainerWrapper" refType="w" fact="0.88"/>
                <dgm:constr type="l" for="ch" forName="L2TextContainerWrapper" refType="w" fact="0.06"/>
                <dgm:constr type="h" for="ch" forName="L2TextContainerWrapper" refType="h" fact="0.31"/>
                <dgm:constr type="t" for="ch" forName="L2TextContainerWrapper" refType="h" fact="0.69"/>
                <dgm:constr type="w" for="ch" forName="ConnectLine"/>
                <dgm:constr type="ctrX" for="ch" forName="ConnectLine" refType="w" fact="0.5"/>
                <dgm:constr type="h" for="ch" forName="ConnectLine" refType="h" fact="0.07"/>
                <dgm:constr type="t" for="ch" forName="ConnectLine" refType="h" fact="0.5"/>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
              </dgm:constrLst>
            </dgm:else>
          </dgm:choose>
          <dgm:layoutNode name="L1TextContainer" styleLbl="alignNode1">
            <dgm:varLst>
              <dgm:chMax val="1"/>
              <dgm:chPref val="1"/>
              <dgm:bulletEnabled val="1"/>
            </dgm:varLst>
            <dgm:alg type="tx">
              <dgm:param type="txAnchorVert" val="mid"/>
              <dgm:param type="parTxLTRAlign" val="ctr"/>
              <dgm:param type="parTxRTLAlign" val="ctr"/>
            </dgm:alg>
            <dgm:shape xmlns:r="http://schemas.openxmlformats.org/officeDocument/2006/relationships" type="rect" r:blip="">
              <dgm:adjLst/>
            </dgm:shape>
            <dgm:presOf axis="self"/>
            <dgm:constrLst>
              <dgm:constr type="tMarg" refType="primFontSz" fact="0.4"/>
              <dgm:constr type="bMarg" refType="primFontSz" fact="0.4"/>
              <dgm:constr type="lMarg" refType="primFontSz" fact="0.4"/>
              <dgm:constr type="rMarg" refType="primFontSz" fact="0.4"/>
            </dgm:constrLst>
            <dgm:ruleLst>
              <dgm:rule type="primFontSz" val="14" fact="NaN" max="NaN"/>
            </dgm:ruleLst>
          </dgm:layoutNode>
          <dgm:layoutNode name="L2TextContainerWrapper">
            <dgm:varLst>
              <dgm:bulletEnabled val="1"/>
            </dgm:varLst>
            <dgm:alg type="composite"/>
            <dgm:choose name="L2TextContainerConstr">
              <dgm:if name="CaseForPlacingL2TextContaineAboveDivider" axis="self" ptType="node" func="posOdd" op="equ" val="1">
                <dgm:constrLst>
                  <dgm:constr type="h" for="ch" forName="L2TextContainer" refType="h" fact="0.39"/>
                  <dgm:constr type="b" for="ch" forName="L2TextContainer" refType="h"/>
                  <dgm:constr type="h" for="ch" forName="FlexibleEmptyPlaceHolder" refType="h" fact="0.61"/>
                </dgm:constrLst>
              </dgm:if>
              <dgm:else name="CaseForPlacingL2TextContaineBelowDivider">
                <dgm:constrLst>
                  <dgm:constr type="h" for="ch" forName="L2TextContainer" refType="h" fact="0.39"/>
                  <dgm:constr type="h" for="ch" forName="FlexibleEmptyPlaceHolder" refType="h" fact="0.61"/>
                  <dgm:constr type="b" for="ch" forName="FlexibleEmptyPlaceHolder" refType="h"/>
                </dgm:constrLst>
              </dgm:else>
            </dgm:choose>
            <dgm:layoutNode name="L2TextContainer" styleLbl="bgAccFollowNode1" moveWith="L1TextContainer">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tMarg" refType="primFontSz" fact="0.75"/>
                <dgm:constr type="bMarg" refType="primFontSz" fact="0.75"/>
                <dgm:constr type="lMarg" refType="primFontSz" fact="0.75"/>
                <dgm:constr type="rMarg" refType="primFontSz" fact="0.75"/>
              </dgm:constrLst>
              <dgm:ruleLst>
                <dgm:rule type="h" val="INF" fact="NaN" max="NaN"/>
                <dgm:rule type="primFontSz" val="12" fact="NaN" max="NaN"/>
                <dgm:rule type="secFontSz" val="10"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1TextContainer">
            <dgm:alg type="sp"/>
            <dgm:shape xmlns:r="http://schemas.openxmlformats.org/officeDocument/2006/relationships" type="line" r:blip="">
              <dgm:adjLst/>
            </dgm:shape>
            <dgm:presOf/>
            <dgm:constrLst/>
          </dgm:layoutNode>
          <dgm:layoutNode name="ConnectorPoint" styleLbl="node1" moveWith="L1TextContainer">
            <dgm:alg type="sp"/>
            <dgm:shape xmlns:r="http://schemas.openxmlformats.org/officeDocument/2006/relationships" rot="45" type="rect" r:blip="" zOrderOff="10">
              <dgm:adjLst/>
              <dgm:extLst>
                <a:ext uri="{B698B0E9-8C71-41B9-8309-B3DCBF30829C}">
                  <dgm1612:spPr xmlns:dgm1612="http://schemas.microsoft.com/office/drawing/2016/12/diagram">
                    <a:ln w="6350"/>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A47A63F-9D06-479D-A04D-717692D432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51F70DC-6EDE-457C-B55A-39AC7DE41A3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87C06C4-C5A6-48FB-97F5-B20A44F857E9}" type="datetimeFigureOut">
              <a:rPr lang="en-US" smtClean="0"/>
              <a:t>3/1/2025</a:t>
            </a:fld>
            <a:endParaRPr lang="en-US"/>
          </a:p>
        </p:txBody>
      </p:sp>
      <p:sp>
        <p:nvSpPr>
          <p:cNvPr id="4" name="Footer Placeholder 3">
            <a:extLst>
              <a:ext uri="{FF2B5EF4-FFF2-40B4-BE49-F238E27FC236}">
                <a16:creationId xmlns:a16="http://schemas.microsoft.com/office/drawing/2014/main" id="{146987CF-42F5-4BB0-AD0D-1D64C359446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2368FB4-296C-4F8C-BFA3-D7C3AD617B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F555657-0A12-495F-9FFA-D8F7554E7C39}" type="slidenum">
              <a:rPr lang="en-US" smtClean="0"/>
              <a:t>‹#›</a:t>
            </a:fld>
            <a:endParaRPr lang="en-US"/>
          </a:p>
        </p:txBody>
      </p:sp>
    </p:spTree>
    <p:extLst>
      <p:ext uri="{BB962C8B-B14F-4D97-AF65-F5344CB8AC3E}">
        <p14:creationId xmlns:p14="http://schemas.microsoft.com/office/powerpoint/2010/main" val="17664322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F2B2CC-0155-4E5E-A890-531D58ADF5B2}" type="datetimeFigureOut">
              <a:rPr lang="en-US" smtClean="0"/>
              <a:t>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780FBB-F712-42E7-8C2F-226D98798B3F}" type="slidenum">
              <a:rPr lang="en-US" smtClean="0"/>
              <a:t>‹#›</a:t>
            </a:fld>
            <a:endParaRPr lang="en-US"/>
          </a:p>
        </p:txBody>
      </p:sp>
    </p:spTree>
    <p:extLst>
      <p:ext uri="{BB962C8B-B14F-4D97-AF65-F5344CB8AC3E}">
        <p14:creationId xmlns:p14="http://schemas.microsoft.com/office/powerpoint/2010/main" val="2567153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2DC0559-D619-4E56-BF6F-3712370C2150}" type="slidenum">
              <a:rPr lang="en-US" smtClean="0"/>
              <a:t>4</a:t>
            </a:fld>
            <a:endParaRPr lang="en-US"/>
          </a:p>
        </p:txBody>
      </p:sp>
    </p:spTree>
    <p:extLst>
      <p:ext uri="{BB962C8B-B14F-4D97-AF65-F5344CB8AC3E}">
        <p14:creationId xmlns:p14="http://schemas.microsoft.com/office/powerpoint/2010/main" val="27622386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3FB0C32-F044-4939-92E4-8BA39B7A391A}"/>
              </a:ext>
              <a:ext uri="{C183D7F6-B498-43B3-948B-1728B52AA6E4}">
                <adec:decorative xmlns:adec="http://schemas.microsoft.com/office/drawing/2017/decorative" val="1"/>
              </a:ext>
            </a:extLst>
          </p:cNvPr>
          <p:cNvSpPr/>
          <p:nvPr userDrawn="1"/>
        </p:nvSpPr>
        <p:spPr>
          <a:xfrm>
            <a:off x="3050" y="-66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584BE8A-3E34-4967-9E7C-13EC8F6A990A}"/>
              </a:ext>
              <a:ext uri="{C183D7F6-B498-43B3-948B-1728B52AA6E4}">
                <adec:decorative xmlns:adec="http://schemas.microsoft.com/office/drawing/2017/decorative" val="1"/>
              </a:ext>
            </a:extLst>
          </p:cNvPr>
          <p:cNvSpPr/>
          <p:nvPr userDrawn="1"/>
        </p:nvSpPr>
        <p:spPr>
          <a:xfrm>
            <a:off x="3050" y="-663"/>
            <a:ext cx="12188952" cy="6858000"/>
          </a:xfrm>
          <a:prstGeom prst="rect">
            <a:avLst/>
          </a:prstGeom>
          <a:gradFill flip="none" rotWithShape="1">
            <a:gsLst>
              <a:gs pos="0">
                <a:schemeClr val="accent2">
                  <a:alpha val="60000"/>
                </a:schemeClr>
              </a:gs>
              <a:gs pos="100000">
                <a:schemeClr val="accent1">
                  <a:alpha val="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9BFF676-EC35-4FFD-8894-CA4F2830700A}"/>
              </a:ext>
              <a:ext uri="{C183D7F6-B498-43B3-948B-1728B52AA6E4}">
                <adec:decorative xmlns:adec="http://schemas.microsoft.com/office/drawing/2017/decorative" val="1"/>
              </a:ext>
            </a:extLst>
          </p:cNvPr>
          <p:cNvSpPr/>
          <p:nvPr userDrawn="1"/>
        </p:nvSpPr>
        <p:spPr>
          <a:xfrm>
            <a:off x="3050" y="0"/>
            <a:ext cx="12188952" cy="6858000"/>
          </a:xfrm>
          <a:prstGeom prst="rect">
            <a:avLst/>
          </a:prstGeom>
          <a:solidFill>
            <a:schemeClr val="bg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32DA1557-E095-4C82-B659-3AF550080BB1}"/>
              </a:ext>
              <a:ext uri="{C183D7F6-B498-43B3-948B-1728B52AA6E4}">
                <adec:decorative xmlns:adec="http://schemas.microsoft.com/office/drawing/2017/decorative" val="1"/>
              </a:ext>
            </a:extLst>
          </p:cNvPr>
          <p:cNvSpPr/>
          <p:nvPr userDrawn="1"/>
        </p:nvSpPr>
        <p:spPr>
          <a:xfrm rot="16200000">
            <a:off x="2746250" y="-663"/>
            <a:ext cx="6857999" cy="6857998"/>
          </a:xfrm>
          <a:prstGeom prst="ellipse">
            <a:avLst/>
          </a:prstGeom>
          <a:gradFill>
            <a:gsLst>
              <a:gs pos="0">
                <a:schemeClr val="accent1">
                  <a:lumMod val="20000"/>
                  <a:lumOff val="80000"/>
                  <a:alpha val="40000"/>
                </a:schemeClr>
              </a:gs>
              <a:gs pos="100000">
                <a:schemeClr val="accent1">
                  <a:alpha val="40000"/>
                </a:schemeClr>
              </a:gs>
            </a:gsLst>
            <a:lin ang="2700000" scaled="1"/>
          </a:gradFill>
          <a:ln>
            <a:noFill/>
          </a:ln>
          <a:effectLst>
            <a:softEdge rad="520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9F34E5EF-94D7-4AE0-BDD1-81A3ECDE614C}"/>
              </a:ext>
              <a:ext uri="{C183D7F6-B498-43B3-948B-1728B52AA6E4}">
                <adec:decorative xmlns:adec="http://schemas.microsoft.com/office/drawing/2017/decorative" val="1"/>
              </a:ext>
            </a:extLst>
          </p:cNvPr>
          <p:cNvSpPr/>
          <p:nvPr userDrawn="1"/>
        </p:nvSpPr>
        <p:spPr>
          <a:xfrm rot="16200000">
            <a:off x="77040" y="1193411"/>
            <a:ext cx="5589934" cy="5737916"/>
          </a:xfrm>
          <a:prstGeom prst="ellipse">
            <a:avLst/>
          </a:prstGeom>
          <a:gradFill>
            <a:gsLst>
              <a:gs pos="0">
                <a:schemeClr val="accent1">
                  <a:alpha val="40000"/>
                </a:schemeClr>
              </a:gs>
              <a:gs pos="100000">
                <a:schemeClr val="accent5">
                  <a:alpha val="20000"/>
                </a:schemeClr>
              </a:gs>
            </a:gsLst>
            <a:lin ang="2700000" scaled="1"/>
          </a:gradFill>
          <a:ln>
            <a:noFill/>
          </a:ln>
          <a:effectLst>
            <a:softEdge rad="952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D829E57E-3199-4AAA-B2D5-F93264FDA0B5}"/>
              </a:ext>
              <a:ext uri="{C183D7F6-B498-43B3-948B-1728B52AA6E4}">
                <adec:decorative xmlns:adec="http://schemas.microsoft.com/office/drawing/2017/decorative" val="1"/>
              </a:ext>
            </a:extLst>
          </p:cNvPr>
          <p:cNvSpPr/>
          <p:nvPr userDrawn="1"/>
        </p:nvSpPr>
        <p:spPr>
          <a:xfrm rot="16200000">
            <a:off x="6442672" y="193606"/>
            <a:ext cx="5760743" cy="5737917"/>
          </a:xfrm>
          <a:prstGeom prst="ellipse">
            <a:avLst/>
          </a:prstGeom>
          <a:gradFill>
            <a:gsLst>
              <a:gs pos="0">
                <a:schemeClr val="accent1">
                  <a:alpha val="20000"/>
                </a:schemeClr>
              </a:gs>
              <a:gs pos="100000">
                <a:schemeClr val="accent5">
                  <a:alpha val="40000"/>
                </a:schemeClr>
              </a:gs>
            </a:gsLst>
            <a:lin ang="2700000" scaled="1"/>
          </a:gradFill>
          <a:ln>
            <a:noFill/>
          </a:ln>
          <a:effectLst>
            <a:softEdge rad="1003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16" descr="Tag=CustomerPhoto&#10;Crop=1&#10;Align=N/A">
            <a:extLst>
              <a:ext uri="{FF2B5EF4-FFF2-40B4-BE49-F238E27FC236}">
                <a16:creationId xmlns:a16="http://schemas.microsoft.com/office/drawing/2014/main" id="{8A791822-0971-4E61-A5E4-9AAD258F58E3}"/>
              </a:ext>
            </a:extLst>
          </p:cNvPr>
          <p:cNvPicPr>
            <a:picLocks/>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3048" y="-663"/>
            <a:ext cx="12188952" cy="6858000"/>
          </a:xfrm>
          <a:prstGeom prst="rect">
            <a:avLst/>
          </a:prstGeom>
        </p:spPr>
      </p:pic>
      <p:sp>
        <p:nvSpPr>
          <p:cNvPr id="18" name="Title 1">
            <a:extLst>
              <a:ext uri="{FF2B5EF4-FFF2-40B4-BE49-F238E27FC236}">
                <a16:creationId xmlns:a16="http://schemas.microsoft.com/office/drawing/2014/main" id="{B86D7D99-F789-4EDA-861D-B6B994F05F1D}"/>
              </a:ext>
            </a:extLst>
          </p:cNvPr>
          <p:cNvSpPr>
            <a:spLocks noGrp="1"/>
          </p:cNvSpPr>
          <p:nvPr>
            <p:ph type="ctrTitle"/>
          </p:nvPr>
        </p:nvSpPr>
        <p:spPr>
          <a:xfrm>
            <a:off x="1527050" y="1121700"/>
            <a:ext cx="9144000" cy="2387600"/>
          </a:xfrm>
        </p:spPr>
        <p:txBody>
          <a:bodyPr/>
          <a:lstStyle>
            <a:lvl1pPr algn="ctr">
              <a:defRPr>
                <a:solidFill>
                  <a:schemeClr val="bg1"/>
                </a:solidFill>
              </a:defRPr>
            </a:lvl1pPr>
          </a:lstStyle>
          <a:p>
            <a:r>
              <a:rPr lang="en-US">
                <a:solidFill>
                  <a:srgbClr val="FFFFFF"/>
                </a:solidFill>
                <a:effectLst>
                  <a:outerShdw blurRad="38100" dist="38100" dir="2700000" algn="tl">
                    <a:srgbClr val="000000">
                      <a:alpha val="43137"/>
                    </a:srgbClr>
                  </a:outerShdw>
                </a:effectLst>
                <a:ea typeface="Cambria" panose="02040503050406030204" pitchFamily="18" charset="0"/>
                <a:cs typeface="Sabon Next LT" panose="020B0502040204020203" pitchFamily="2" charset="0"/>
              </a:rPr>
              <a:t>Click to edit Master title style</a:t>
            </a:r>
            <a:endParaRPr lang="en-US" dirty="0">
              <a:solidFill>
                <a:srgbClr val="FFFFFF"/>
              </a:solidFill>
              <a:effectLst>
                <a:outerShdw blurRad="38100" dist="38100" dir="2700000" algn="tl">
                  <a:srgbClr val="000000">
                    <a:alpha val="43137"/>
                  </a:srgbClr>
                </a:outerShdw>
              </a:effectLst>
              <a:ea typeface="Cambria" panose="02040503050406030204" pitchFamily="18" charset="0"/>
              <a:cs typeface="Sabon Next LT" panose="020B0502040204020203" pitchFamily="2" charset="0"/>
            </a:endParaRPr>
          </a:p>
        </p:txBody>
      </p:sp>
      <p:sp>
        <p:nvSpPr>
          <p:cNvPr id="20" name="Text Placeholder 12">
            <a:extLst>
              <a:ext uri="{FF2B5EF4-FFF2-40B4-BE49-F238E27FC236}">
                <a16:creationId xmlns:a16="http://schemas.microsoft.com/office/drawing/2014/main" id="{2B39487B-EA73-4D7B-93AA-D63B49F4DA7F}"/>
              </a:ext>
            </a:extLst>
          </p:cNvPr>
          <p:cNvSpPr>
            <a:spLocks noGrp="1"/>
          </p:cNvSpPr>
          <p:nvPr>
            <p:ph type="body" sz="quarter" idx="15"/>
          </p:nvPr>
        </p:nvSpPr>
        <p:spPr>
          <a:xfrm>
            <a:off x="1527050" y="3600450"/>
            <a:ext cx="9144000" cy="2451100"/>
          </a:xfrm>
        </p:spPr>
        <p:txBody>
          <a:bodyPr>
            <a:normAutofit/>
          </a:bodyPr>
          <a:lstStyle>
            <a:lvl1pPr marL="0" indent="0" algn="ctr">
              <a:buNone/>
              <a:defRPr sz="2800">
                <a:solidFill>
                  <a:schemeClr val="bg1"/>
                </a:solidFill>
                <a:effectLst/>
                <a:latin typeface="+mn-lt"/>
              </a:defRPr>
            </a:lvl1pPr>
          </a:lstStyle>
          <a:p>
            <a:pPr lvl="0"/>
            <a:r>
              <a:rPr lang="en-US"/>
              <a:t>Click to edit Master text styles</a:t>
            </a:r>
          </a:p>
        </p:txBody>
      </p:sp>
    </p:spTree>
    <p:extLst>
      <p:ext uri="{BB962C8B-B14F-4D97-AF65-F5344CB8AC3E}">
        <p14:creationId xmlns:p14="http://schemas.microsoft.com/office/powerpoint/2010/main" val="1155544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3F98AFCE-98D2-46C5-82A8-E45659B1769D}"/>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ame 11">
            <a:extLst>
              <a:ext uri="{FF2B5EF4-FFF2-40B4-BE49-F238E27FC236}">
                <a16:creationId xmlns:a16="http://schemas.microsoft.com/office/drawing/2014/main" id="{F69999FB-8585-40F0-990C-6A0BAD1C8081}"/>
              </a:ext>
              <a:ext uri="{C183D7F6-B498-43B3-948B-1728B52AA6E4}">
                <adec:decorative xmlns:adec="http://schemas.microsoft.com/office/drawing/2017/decorative" val="1"/>
              </a:ext>
            </a:extLst>
          </p:cNvPr>
          <p:cNvSpPr/>
          <p:nvPr userDrawn="1"/>
        </p:nvSpPr>
        <p:spPr>
          <a:xfrm>
            <a:off x="0"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2768738E-7449-46C1-B7D3-844FE2BA7D35}"/>
              </a:ext>
            </a:extLst>
          </p:cNvPr>
          <p:cNvSpPr>
            <a:spLocks noGrp="1"/>
          </p:cNvSpPr>
          <p:nvPr>
            <p:ph type="title"/>
          </p:nvPr>
        </p:nvSpPr>
        <p:spPr>
          <a:xfrm>
            <a:off x="838200" y="914399"/>
            <a:ext cx="5992550" cy="2827422"/>
          </a:xfrm>
        </p:spPr>
        <p:txBody>
          <a:bodyPr anchor="t">
            <a:normAutofit/>
          </a:bodyPr>
          <a:lstStyle/>
          <a:p>
            <a:r>
              <a:rPr lang="en-US" sz="4400">
                <a:gradFill flip="none" rotWithShape="1">
                  <a:gsLst>
                    <a:gs pos="0">
                      <a:schemeClr val="accent5">
                        <a:alpha val="70000"/>
                      </a:schemeClr>
                    </a:gs>
                    <a:gs pos="100000">
                      <a:schemeClr val="accent1">
                        <a:alpha val="70000"/>
                      </a:schemeClr>
                    </a:gs>
                  </a:gsLst>
                  <a:lin ang="0" scaled="1"/>
                  <a:tileRect/>
                </a:gradFill>
              </a:rPr>
              <a:t>Click to edit Master title style</a:t>
            </a:r>
            <a:endParaRPr lang="en-US" sz="4400" dirty="0">
              <a:gradFill flip="none" rotWithShape="1">
                <a:gsLst>
                  <a:gs pos="0">
                    <a:schemeClr val="accent5">
                      <a:alpha val="70000"/>
                    </a:schemeClr>
                  </a:gs>
                  <a:gs pos="100000">
                    <a:schemeClr val="accent1">
                      <a:alpha val="70000"/>
                    </a:schemeClr>
                  </a:gs>
                </a:gsLst>
                <a:lin ang="0" scaled="1"/>
                <a:tileRect/>
              </a:gradFill>
            </a:endParaRPr>
          </a:p>
        </p:txBody>
      </p:sp>
      <p:sp>
        <p:nvSpPr>
          <p:cNvPr id="7" name="Content Placeholder 2">
            <a:extLst>
              <a:ext uri="{FF2B5EF4-FFF2-40B4-BE49-F238E27FC236}">
                <a16:creationId xmlns:a16="http://schemas.microsoft.com/office/drawing/2014/main" id="{B0FF04F9-E792-4C19-9FD5-44800CEB2E89}"/>
              </a:ext>
            </a:extLst>
          </p:cNvPr>
          <p:cNvSpPr>
            <a:spLocks noGrp="1"/>
          </p:cNvSpPr>
          <p:nvPr>
            <p:ph idx="1"/>
          </p:nvPr>
        </p:nvSpPr>
        <p:spPr>
          <a:xfrm>
            <a:off x="6976085" y="914400"/>
            <a:ext cx="4377714" cy="2827422"/>
          </a:xfrm>
        </p:spPr>
        <p:txBody>
          <a:bodyPr anchor="t">
            <a:normAutofit/>
          </a:bodyPr>
          <a:lstStyle>
            <a:lvl1pPr marL="0" indent="0">
              <a:buNone/>
              <a:defRPr sz="2800"/>
            </a:lvl1pPr>
          </a:lstStyle>
          <a:p>
            <a:pPr marL="228600" lvl="0" indent="-228600"/>
            <a:r>
              <a:rPr lang="en-US" sz="1800">
                <a:solidFill>
                  <a:schemeClr val="tx2">
                    <a:alpha val="60000"/>
                  </a:schemeClr>
                </a:solidFill>
              </a:rPr>
              <a:t>Click to edit Master text styles</a:t>
            </a:r>
          </a:p>
        </p:txBody>
      </p:sp>
      <p:sp>
        <p:nvSpPr>
          <p:cNvPr id="14" name="Picture Placeholder 13">
            <a:extLst>
              <a:ext uri="{FF2B5EF4-FFF2-40B4-BE49-F238E27FC236}">
                <a16:creationId xmlns:a16="http://schemas.microsoft.com/office/drawing/2014/main" id="{5F2F9DF6-DFB9-44A8-B629-57F58893AD21}"/>
              </a:ext>
            </a:extLst>
          </p:cNvPr>
          <p:cNvSpPr>
            <a:spLocks noGrp="1"/>
          </p:cNvSpPr>
          <p:nvPr>
            <p:ph type="pic" sz="quarter" idx="13"/>
          </p:nvPr>
        </p:nvSpPr>
        <p:spPr>
          <a:xfrm>
            <a:off x="490538" y="4059936"/>
            <a:ext cx="2807208" cy="2322576"/>
          </a:xfrm>
          <a:solidFill>
            <a:schemeClr val="accent6"/>
          </a:solidFill>
        </p:spPr>
        <p:txBody>
          <a:bodyPr/>
          <a:lstStyle/>
          <a:p>
            <a:r>
              <a:rPr lang="en-US"/>
              <a:t>Click icon to add picture</a:t>
            </a:r>
          </a:p>
        </p:txBody>
      </p:sp>
      <p:sp>
        <p:nvSpPr>
          <p:cNvPr id="15" name="Picture Placeholder 13">
            <a:extLst>
              <a:ext uri="{FF2B5EF4-FFF2-40B4-BE49-F238E27FC236}">
                <a16:creationId xmlns:a16="http://schemas.microsoft.com/office/drawing/2014/main" id="{927BC207-43FE-4B6A-AEBE-875B69CF9761}"/>
              </a:ext>
            </a:extLst>
          </p:cNvPr>
          <p:cNvSpPr>
            <a:spLocks noGrp="1"/>
          </p:cNvSpPr>
          <p:nvPr>
            <p:ph type="pic" sz="quarter" idx="14"/>
          </p:nvPr>
        </p:nvSpPr>
        <p:spPr>
          <a:xfrm>
            <a:off x="3291840" y="4059936"/>
            <a:ext cx="2807208" cy="2322576"/>
          </a:xfrm>
          <a:solidFill>
            <a:schemeClr val="accent6"/>
          </a:solidFill>
        </p:spPr>
        <p:txBody>
          <a:bodyPr/>
          <a:lstStyle/>
          <a:p>
            <a:r>
              <a:rPr lang="en-US"/>
              <a:t>Click icon to add picture</a:t>
            </a:r>
          </a:p>
        </p:txBody>
      </p:sp>
      <p:sp>
        <p:nvSpPr>
          <p:cNvPr id="16" name="Picture Placeholder 13">
            <a:extLst>
              <a:ext uri="{FF2B5EF4-FFF2-40B4-BE49-F238E27FC236}">
                <a16:creationId xmlns:a16="http://schemas.microsoft.com/office/drawing/2014/main" id="{EBBF5499-9A70-4846-B98E-316EC17F9FCD}"/>
              </a:ext>
            </a:extLst>
          </p:cNvPr>
          <p:cNvSpPr>
            <a:spLocks noGrp="1"/>
          </p:cNvSpPr>
          <p:nvPr>
            <p:ph type="pic" sz="quarter" idx="15"/>
          </p:nvPr>
        </p:nvSpPr>
        <p:spPr>
          <a:xfrm>
            <a:off x="6099048" y="4059936"/>
            <a:ext cx="2807208" cy="2322576"/>
          </a:xfrm>
          <a:solidFill>
            <a:schemeClr val="accent6"/>
          </a:solidFill>
        </p:spPr>
        <p:txBody>
          <a:bodyPr/>
          <a:lstStyle/>
          <a:p>
            <a:r>
              <a:rPr lang="en-US"/>
              <a:t>Click icon to add picture</a:t>
            </a:r>
          </a:p>
        </p:txBody>
      </p:sp>
      <p:sp>
        <p:nvSpPr>
          <p:cNvPr id="17" name="Picture Placeholder 13">
            <a:extLst>
              <a:ext uri="{FF2B5EF4-FFF2-40B4-BE49-F238E27FC236}">
                <a16:creationId xmlns:a16="http://schemas.microsoft.com/office/drawing/2014/main" id="{C7A79F30-D473-48F6-9AC2-286C7B70F3ED}"/>
              </a:ext>
            </a:extLst>
          </p:cNvPr>
          <p:cNvSpPr>
            <a:spLocks noGrp="1"/>
          </p:cNvSpPr>
          <p:nvPr>
            <p:ph type="pic" sz="quarter" idx="16"/>
          </p:nvPr>
        </p:nvSpPr>
        <p:spPr>
          <a:xfrm>
            <a:off x="8906256" y="4059936"/>
            <a:ext cx="2807208" cy="2322576"/>
          </a:xfrm>
          <a:solidFill>
            <a:schemeClr val="accent6"/>
          </a:solidFill>
        </p:spPr>
        <p:txBody>
          <a:bodyPr/>
          <a:lstStyle/>
          <a:p>
            <a:r>
              <a:rPr lang="en-US"/>
              <a:t>Click icon to add picture</a:t>
            </a:r>
          </a:p>
        </p:txBody>
      </p:sp>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009914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910AFBC-7932-43F4-ABEA-C89B2698634B}"/>
              </a:ext>
            </a:extLst>
          </p:cNvPr>
          <p:cNvSpPr>
            <a:spLocks noGrp="1"/>
          </p:cNvSpPr>
          <p:nvPr>
            <p:ph type="title"/>
          </p:nvPr>
        </p:nvSpPr>
        <p:spPr>
          <a:xfrm>
            <a:off x="841249" y="857251"/>
            <a:ext cx="5914937" cy="2076450"/>
          </a:xfrm>
        </p:spPr>
        <p:txBody>
          <a:bodyPr anchor="b">
            <a:normAutofit/>
          </a:bodyPr>
          <a:lstStyle/>
          <a:p>
            <a:r>
              <a:rPr lang="en-US" sz="4400">
                <a:gradFill flip="none" rotWithShape="1">
                  <a:gsLst>
                    <a:gs pos="0">
                      <a:schemeClr val="accent5">
                        <a:alpha val="70000"/>
                      </a:schemeClr>
                    </a:gs>
                    <a:gs pos="100000">
                      <a:schemeClr val="accent1">
                        <a:alpha val="70000"/>
                      </a:schemeClr>
                    </a:gs>
                  </a:gsLst>
                  <a:lin ang="0" scaled="1"/>
                  <a:tileRect/>
                </a:gradFill>
              </a:rPr>
              <a:t>Click to edit Master title style</a:t>
            </a:r>
            <a:endParaRPr lang="en-US" sz="4400" dirty="0">
              <a:gradFill flip="none" rotWithShape="1">
                <a:gsLst>
                  <a:gs pos="0">
                    <a:schemeClr val="accent5">
                      <a:alpha val="70000"/>
                    </a:schemeClr>
                  </a:gs>
                  <a:gs pos="100000">
                    <a:schemeClr val="accent1">
                      <a:alpha val="70000"/>
                    </a:schemeClr>
                  </a:gs>
                </a:gsLst>
                <a:lin ang="0" scaled="1"/>
                <a:tileRect/>
              </a:gradFill>
            </a:endParaRPr>
          </a:p>
        </p:txBody>
      </p:sp>
      <p:sp>
        <p:nvSpPr>
          <p:cNvPr id="17" name="Content Placeholder 2">
            <a:extLst>
              <a:ext uri="{FF2B5EF4-FFF2-40B4-BE49-F238E27FC236}">
                <a16:creationId xmlns:a16="http://schemas.microsoft.com/office/drawing/2014/main" id="{1178A42D-5ED2-4AB6-BE4B-4109074320DF}"/>
              </a:ext>
            </a:extLst>
          </p:cNvPr>
          <p:cNvSpPr>
            <a:spLocks noGrp="1"/>
          </p:cNvSpPr>
          <p:nvPr>
            <p:ph idx="1"/>
          </p:nvPr>
        </p:nvSpPr>
        <p:spPr>
          <a:xfrm>
            <a:off x="841248" y="3190875"/>
            <a:ext cx="5914938" cy="2986087"/>
          </a:xfrm>
        </p:spPr>
        <p:txBody>
          <a:bodyPr>
            <a:noAutofit/>
          </a:bodyPr>
          <a:lstStyle>
            <a:lvl1pPr marL="0" indent="0">
              <a:lnSpc>
                <a:spcPct val="100000"/>
              </a:lnSpc>
              <a:buNone/>
              <a:defRPr sz="2000"/>
            </a:lvl1pPr>
          </a:lstStyle>
          <a:p>
            <a:pPr marL="228600" lvl="0" indent="-228600"/>
            <a:r>
              <a:rPr lang="en-US" sz="1800">
                <a:solidFill>
                  <a:schemeClr val="tx2">
                    <a:alpha val="60000"/>
                  </a:schemeClr>
                </a:solidFill>
              </a:rPr>
              <a:t>Click to edit Master text styles</a:t>
            </a:r>
          </a:p>
        </p:txBody>
      </p:sp>
      <p:sp>
        <p:nvSpPr>
          <p:cNvPr id="29" name="Date Placeholder 1">
            <a:extLst>
              <a:ext uri="{FF2B5EF4-FFF2-40B4-BE49-F238E27FC236}">
                <a16:creationId xmlns:a16="http://schemas.microsoft.com/office/drawing/2014/main" id="{4D9A7D07-2BA3-438D-972B-EA578370D50F}"/>
              </a:ext>
            </a:extLst>
          </p:cNvPr>
          <p:cNvSpPr>
            <a:spLocks noGrp="1"/>
          </p:cNvSpPr>
          <p:nvPr>
            <p:ph type="dt" sz="half" idx="10"/>
          </p:nvPr>
        </p:nvSpPr>
        <p:spPr>
          <a:xfrm>
            <a:off x="838200" y="6429375"/>
            <a:ext cx="2743200" cy="365125"/>
          </a:xfrm>
        </p:spPr>
        <p:txBody>
          <a:bodyPr/>
          <a:lstStyle>
            <a:lvl1pPr>
              <a:defRPr>
                <a:solidFill>
                  <a:schemeClr val="tx2">
                    <a:alpha val="60000"/>
                  </a:schemeClr>
                </a:solidFill>
              </a:defRPr>
            </a:lvl1pPr>
          </a:lstStyle>
          <a:p>
            <a:endParaRPr lang="en-US"/>
          </a:p>
        </p:txBody>
      </p:sp>
      <p:sp>
        <p:nvSpPr>
          <p:cNvPr id="24" name="Picture Placeholder 23">
            <a:extLst>
              <a:ext uri="{FF2B5EF4-FFF2-40B4-BE49-F238E27FC236}">
                <a16:creationId xmlns:a16="http://schemas.microsoft.com/office/drawing/2014/main" id="{C8720583-BC84-48EB-85BC-AE71214A30A5}"/>
              </a:ext>
            </a:extLst>
          </p:cNvPr>
          <p:cNvSpPr>
            <a:spLocks noGrp="1"/>
          </p:cNvSpPr>
          <p:nvPr>
            <p:ph type="pic" sz="quarter" idx="13"/>
          </p:nvPr>
        </p:nvSpPr>
        <p:spPr>
          <a:xfrm>
            <a:off x="7589520" y="0"/>
            <a:ext cx="4599432" cy="2286000"/>
          </a:xfrm>
          <a:solidFill>
            <a:schemeClr val="accent6"/>
          </a:solidFill>
        </p:spPr>
        <p:txBody>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C3F0A5CD-C47A-4CDF-BE99-75F3A81B18FB}"/>
              </a:ext>
            </a:extLst>
          </p:cNvPr>
          <p:cNvSpPr>
            <a:spLocks noGrp="1"/>
          </p:cNvSpPr>
          <p:nvPr>
            <p:ph type="pic" sz="quarter" idx="14"/>
          </p:nvPr>
        </p:nvSpPr>
        <p:spPr>
          <a:xfrm>
            <a:off x="7589520" y="2286000"/>
            <a:ext cx="4599432" cy="2286000"/>
          </a:xfrm>
          <a:solidFill>
            <a:schemeClr val="accent6"/>
          </a:solidFill>
        </p:spPr>
        <p:txBody>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7329454B-9275-4E86-B32E-91C0DB62AA71}"/>
              </a:ext>
            </a:extLst>
          </p:cNvPr>
          <p:cNvSpPr>
            <a:spLocks noGrp="1"/>
          </p:cNvSpPr>
          <p:nvPr>
            <p:ph type="pic" sz="quarter" idx="15"/>
          </p:nvPr>
        </p:nvSpPr>
        <p:spPr>
          <a:xfrm>
            <a:off x="7589520" y="4572000"/>
            <a:ext cx="4599432" cy="2286000"/>
          </a:xfrm>
          <a:solidFill>
            <a:schemeClr val="accent6"/>
          </a:solidFill>
        </p:spPr>
        <p:txBody>
          <a:bodyPr/>
          <a:lstStyle/>
          <a:p>
            <a:r>
              <a:rPr lang="en-US"/>
              <a:t>Click icon to add picture</a:t>
            </a:r>
            <a:endParaRPr lang="en-US" dirty="0"/>
          </a:p>
        </p:txBody>
      </p:sp>
      <p:sp>
        <p:nvSpPr>
          <p:cNvPr id="30" name="Footer Placeholder 2">
            <a:extLst>
              <a:ext uri="{FF2B5EF4-FFF2-40B4-BE49-F238E27FC236}">
                <a16:creationId xmlns:a16="http://schemas.microsoft.com/office/drawing/2014/main" id="{21E9E1BF-D594-4F96-8DBE-5A8DD51D3B58}"/>
              </a:ext>
            </a:extLst>
          </p:cNvPr>
          <p:cNvSpPr>
            <a:spLocks noGrp="1"/>
          </p:cNvSpPr>
          <p:nvPr>
            <p:ph type="ftr" sz="quarter" idx="11"/>
          </p:nvPr>
        </p:nvSpPr>
        <p:spPr>
          <a:xfrm>
            <a:off x="4038600" y="6429375"/>
            <a:ext cx="4114800" cy="365125"/>
          </a:xfrm>
        </p:spPr>
        <p:txBody>
          <a:bodyPr/>
          <a:lstStyle>
            <a:lvl1pPr algn="l">
              <a:defRPr>
                <a:solidFill>
                  <a:schemeClr val="tx2">
                    <a:alpha val="60000"/>
                  </a:schemeClr>
                </a:solidFill>
              </a:defRPr>
            </a:lvl1pPr>
          </a:lstStyle>
          <a:p>
            <a:endParaRPr lang="en-US" dirty="0"/>
          </a:p>
        </p:txBody>
      </p:sp>
      <p:sp>
        <p:nvSpPr>
          <p:cNvPr id="31" name="Slide Number Placeholder 3">
            <a:extLst>
              <a:ext uri="{FF2B5EF4-FFF2-40B4-BE49-F238E27FC236}">
                <a16:creationId xmlns:a16="http://schemas.microsoft.com/office/drawing/2014/main" id="{C30FDEF8-F3F3-42D5-9EE1-EDDF18B35377}"/>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791792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Brea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BE04ED02-B678-4D1E-BEDA-7E28F9038DF5}"/>
              </a:ext>
              <a:ext uri="{C183D7F6-B498-43B3-948B-1728B52AA6E4}">
                <adec:decorative xmlns:adec="http://schemas.microsoft.com/office/drawing/2017/decorative" val="1"/>
              </a:ext>
            </a:extLst>
          </p:cNvPr>
          <p:cNvSpPr/>
          <p:nvPr userDrawn="1"/>
        </p:nvSpPr>
        <p:spPr>
          <a:xfrm>
            <a:off x="9277" y="927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5E2C5A2-B8B2-47C5-8E1B-3A97E2C9BB13}"/>
              </a:ext>
              <a:ext uri="{C183D7F6-B498-43B3-948B-1728B52AA6E4}">
                <adec:decorative xmlns:adec="http://schemas.microsoft.com/office/drawing/2017/decorative" val="1"/>
              </a:ext>
            </a:extLst>
          </p:cNvPr>
          <p:cNvSpPr/>
          <p:nvPr userDrawn="1"/>
        </p:nvSpPr>
        <p:spPr>
          <a:xfrm>
            <a:off x="12325" y="9278"/>
            <a:ext cx="12188952"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3FD8455-A2E1-40B3-B6C4-36070AF58F78}"/>
              </a:ext>
              <a:ext uri="{C183D7F6-B498-43B3-948B-1728B52AA6E4}">
                <adec:decorative xmlns:adec="http://schemas.microsoft.com/office/drawing/2017/decorative" val="1"/>
              </a:ext>
            </a:extLst>
          </p:cNvPr>
          <p:cNvSpPr/>
          <p:nvPr userDrawn="1"/>
        </p:nvSpPr>
        <p:spPr>
          <a:xfrm>
            <a:off x="1524" y="0"/>
            <a:ext cx="12188952" cy="6858000"/>
          </a:xfrm>
          <a:prstGeom prst="rect">
            <a:avLst/>
          </a:prstGeom>
          <a:gradFill flip="none" rotWithShape="1">
            <a:gsLst>
              <a:gs pos="0">
                <a:schemeClr val="accent2">
                  <a:alpha val="60000"/>
                </a:schemeClr>
              </a:gs>
              <a:gs pos="100000">
                <a:schemeClr val="accent1">
                  <a:alpha val="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Freeform: Shape 7">
            <a:extLst>
              <a:ext uri="{FF2B5EF4-FFF2-40B4-BE49-F238E27FC236}">
                <a16:creationId xmlns:a16="http://schemas.microsoft.com/office/drawing/2014/main" id="{0F53BE70-C6B1-407C-9333-7251BDC77A9E}"/>
              </a:ext>
              <a:ext uri="{C183D7F6-B498-43B3-948B-1728B52AA6E4}">
                <adec:decorative xmlns:adec="http://schemas.microsoft.com/office/drawing/2017/decorative" val="1"/>
              </a:ext>
            </a:extLst>
          </p:cNvPr>
          <p:cNvSpPr/>
          <p:nvPr userDrawn="1"/>
        </p:nvSpPr>
        <p:spPr>
          <a:xfrm>
            <a:off x="33186" y="9279"/>
            <a:ext cx="5770017" cy="2411171"/>
          </a:xfrm>
          <a:custGeom>
            <a:avLst/>
            <a:gdLst>
              <a:gd name="connsiteX0" fmla="*/ 0 w 5770017"/>
              <a:gd name="connsiteY0" fmla="*/ 0 h 2411171"/>
              <a:gd name="connsiteX1" fmla="*/ 5770017 w 5770017"/>
              <a:gd name="connsiteY1" fmla="*/ 0 h 2411171"/>
              <a:gd name="connsiteX2" fmla="*/ 5715824 w 5770017"/>
              <a:gd name="connsiteY2" fmla="*/ 124746 h 2411171"/>
              <a:gd name="connsiteX3" fmla="*/ 4925072 w 5770017"/>
              <a:gd name="connsiteY3" fmla="*/ 1254414 h 2411171"/>
              <a:gd name="connsiteX4" fmla="*/ 125602 w 5770017"/>
              <a:gd name="connsiteY4" fmla="*/ 1864423 h 2411171"/>
              <a:gd name="connsiteX5" fmla="*/ 0 w 5770017"/>
              <a:gd name="connsiteY5" fmla="*/ 1785927 h 24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70017" h="2411171">
                <a:moveTo>
                  <a:pt x="0" y="0"/>
                </a:moveTo>
                <a:lnTo>
                  <a:pt x="5770017" y="0"/>
                </a:lnTo>
                <a:lnTo>
                  <a:pt x="5715824" y="124746"/>
                </a:lnTo>
                <a:cubicBezTo>
                  <a:pt x="5526044" y="533784"/>
                  <a:pt x="5262460" y="917027"/>
                  <a:pt x="4925072" y="1254414"/>
                </a:cubicBezTo>
                <a:cubicBezTo>
                  <a:pt x="3623720" y="2555767"/>
                  <a:pt x="1640148" y="2759102"/>
                  <a:pt x="125602" y="1864423"/>
                </a:cubicBezTo>
                <a:lnTo>
                  <a:pt x="0" y="1785927"/>
                </a:lnTo>
                <a:close/>
              </a:path>
            </a:pathLst>
          </a:custGeom>
          <a:gradFill>
            <a:gsLst>
              <a:gs pos="0">
                <a:schemeClr val="accent2">
                  <a:alpha val="20000"/>
                </a:schemeClr>
              </a:gs>
              <a:gs pos="100000">
                <a:schemeClr val="accent1">
                  <a:alpha val="20000"/>
                </a:schemeClr>
              </a:gs>
            </a:gsLst>
            <a:lin ang="2700000" scaled="1"/>
          </a:gradFill>
          <a:ln>
            <a:noFill/>
          </a:ln>
          <a:effectLst>
            <a:softEdge rad="520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ame 8">
            <a:extLst>
              <a:ext uri="{FF2B5EF4-FFF2-40B4-BE49-F238E27FC236}">
                <a16:creationId xmlns:a16="http://schemas.microsoft.com/office/drawing/2014/main" id="{05864DDE-75C0-4BE6-93FF-A960706ADEC3}"/>
              </a:ext>
              <a:ext uri="{C183D7F6-B498-43B3-948B-1728B52AA6E4}">
                <adec:decorative xmlns:adec="http://schemas.microsoft.com/office/drawing/2017/decorative" val="1"/>
              </a:ext>
            </a:extLst>
          </p:cNvPr>
          <p:cNvSpPr/>
          <p:nvPr userDrawn="1"/>
        </p:nvSpPr>
        <p:spPr>
          <a:xfrm>
            <a:off x="1524" y="0"/>
            <a:ext cx="12188952" cy="6858000"/>
          </a:xfrm>
          <a:prstGeom prst="frame">
            <a:avLst>
              <a:gd name="adj1" fmla="val 716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itle 1">
            <a:extLst>
              <a:ext uri="{FF2B5EF4-FFF2-40B4-BE49-F238E27FC236}">
                <a16:creationId xmlns:a16="http://schemas.microsoft.com/office/drawing/2014/main" id="{1BC3FA0F-EAE5-4DCE-ACFF-9AD00ED39FCF}"/>
              </a:ext>
            </a:extLst>
          </p:cNvPr>
          <p:cNvSpPr>
            <a:spLocks noGrp="1"/>
          </p:cNvSpPr>
          <p:nvPr>
            <p:ph type="ctrTitle"/>
          </p:nvPr>
        </p:nvSpPr>
        <p:spPr>
          <a:xfrm>
            <a:off x="847477" y="1131641"/>
            <a:ext cx="5322618" cy="2387600"/>
          </a:xfrm>
        </p:spPr>
        <p:txBody>
          <a:bodyPr/>
          <a:lstStyle>
            <a:lvl1pPr>
              <a:defRPr>
                <a:solidFill>
                  <a:schemeClr val="bg1"/>
                </a:solidFill>
              </a:defRPr>
            </a:lvl1pPr>
          </a:lstStyle>
          <a:p>
            <a:pPr algn="l"/>
            <a:r>
              <a:rPr lang="en-US">
                <a:solidFill>
                  <a:srgbClr val="FFFFFF"/>
                </a:solidFill>
                <a:ea typeface="Cambria" panose="02040503050406030204" pitchFamily="18" charset="0"/>
                <a:cs typeface="Sabon Next LT" panose="020B0502040204020203" pitchFamily="2" charset="0"/>
              </a:rPr>
              <a:t>Click to edit Master title style</a:t>
            </a:r>
            <a:endParaRPr lang="en-US" dirty="0">
              <a:solidFill>
                <a:srgbClr val="FFFFFF"/>
              </a:solidFill>
              <a:ea typeface="Cambria" panose="02040503050406030204" pitchFamily="18" charset="0"/>
              <a:cs typeface="Sabon Next LT" panose="020B0502040204020203" pitchFamily="2" charset="0"/>
            </a:endParaRPr>
          </a:p>
        </p:txBody>
      </p:sp>
      <p:sp>
        <p:nvSpPr>
          <p:cNvPr id="18" name="Picture Placeholder 17">
            <a:extLst>
              <a:ext uri="{FF2B5EF4-FFF2-40B4-BE49-F238E27FC236}">
                <a16:creationId xmlns:a16="http://schemas.microsoft.com/office/drawing/2014/main" id="{71FA5E0E-BEE1-4976-92B1-61EF64E34371}"/>
              </a:ext>
            </a:extLst>
          </p:cNvPr>
          <p:cNvSpPr>
            <a:spLocks noGrp="1"/>
          </p:cNvSpPr>
          <p:nvPr>
            <p:ph type="pic" sz="quarter" idx="13"/>
          </p:nvPr>
        </p:nvSpPr>
        <p:spPr>
          <a:xfrm>
            <a:off x="6784848" y="905256"/>
            <a:ext cx="4581144" cy="2450592"/>
          </a:xfrm>
          <a:solidFill>
            <a:schemeClr val="accent6"/>
          </a:solidFill>
        </p:spPr>
        <p:txBody>
          <a:bodyPr/>
          <a:lstStyle/>
          <a:p>
            <a:r>
              <a:rPr lang="en-US"/>
              <a:t>Click icon to add picture</a:t>
            </a:r>
            <a:endParaRPr lang="en-US" dirty="0"/>
          </a:p>
        </p:txBody>
      </p:sp>
      <p:sp>
        <p:nvSpPr>
          <p:cNvPr id="20" name="Picture Placeholder 17">
            <a:extLst>
              <a:ext uri="{FF2B5EF4-FFF2-40B4-BE49-F238E27FC236}">
                <a16:creationId xmlns:a16="http://schemas.microsoft.com/office/drawing/2014/main" id="{03379FE8-A6CE-4F5A-BE1A-B2267589BE85}"/>
              </a:ext>
            </a:extLst>
          </p:cNvPr>
          <p:cNvSpPr>
            <a:spLocks noGrp="1"/>
          </p:cNvSpPr>
          <p:nvPr>
            <p:ph type="pic" sz="quarter" idx="14"/>
          </p:nvPr>
        </p:nvSpPr>
        <p:spPr>
          <a:xfrm>
            <a:off x="6784848" y="3520440"/>
            <a:ext cx="4581144" cy="2450592"/>
          </a:xfrm>
          <a:solidFill>
            <a:schemeClr val="accent6"/>
          </a:solidFill>
        </p:spPr>
        <p:txBody>
          <a:bodyPr/>
          <a:lstStyle/>
          <a:p>
            <a:r>
              <a:rPr lang="en-US"/>
              <a:t>Click icon to add picture</a:t>
            </a:r>
            <a:endParaRPr lang="en-US" dirty="0"/>
          </a:p>
        </p:txBody>
      </p:sp>
      <p:sp>
        <p:nvSpPr>
          <p:cNvPr id="13" name="Text Placeholder 12">
            <a:extLst>
              <a:ext uri="{FF2B5EF4-FFF2-40B4-BE49-F238E27FC236}">
                <a16:creationId xmlns:a16="http://schemas.microsoft.com/office/drawing/2014/main" id="{6DD090CA-24E8-46A7-889A-A4FDD00A33E5}"/>
              </a:ext>
            </a:extLst>
          </p:cNvPr>
          <p:cNvSpPr>
            <a:spLocks noGrp="1"/>
          </p:cNvSpPr>
          <p:nvPr>
            <p:ph type="body" sz="quarter" idx="15"/>
          </p:nvPr>
        </p:nvSpPr>
        <p:spPr>
          <a:xfrm>
            <a:off x="838200" y="3600450"/>
            <a:ext cx="5322888" cy="2451100"/>
          </a:xfrm>
        </p:spPr>
        <p:txBody>
          <a:bodyPr>
            <a:normAutofit/>
          </a:bodyPr>
          <a:lstStyle>
            <a:lvl1pPr marL="0" indent="0">
              <a:buNone/>
              <a:defRPr sz="2800">
                <a:solidFill>
                  <a:schemeClr val="bg1"/>
                </a:solidFill>
                <a:latin typeface="+mn-lt"/>
              </a:defRPr>
            </a:lvl1pPr>
          </a:lstStyle>
          <a:p>
            <a:pPr lvl="0"/>
            <a:r>
              <a:rPr lang="en-US"/>
              <a:t>Click to edit Master text styles</a:t>
            </a:r>
          </a:p>
        </p:txBody>
      </p:sp>
    </p:spTree>
    <p:extLst>
      <p:ext uri="{BB962C8B-B14F-4D97-AF65-F5344CB8AC3E}">
        <p14:creationId xmlns:p14="http://schemas.microsoft.com/office/powerpoint/2010/main" val="2350935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able Chart 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a:buFont typeface="Wingdings" panose="05000000000000000000" pitchFamily="2" charset="2"/>
              <a:buChar char="§"/>
              <a:defRPr/>
            </a:lvl1pPr>
            <a:lvl2pPr marL="685800" indent="-228600">
              <a:buFont typeface="Wingdings" panose="05000000000000000000" pitchFamily="2" charset="2"/>
              <a:buChar char="§"/>
              <a:defRPr/>
            </a:lvl2pPr>
            <a:lvl3pPr>
              <a:buFont typeface="Wingdings" panose="05000000000000000000" pitchFamily="2" charset="2"/>
              <a:buChar char="§"/>
              <a:defRPr/>
            </a:lvl3pPr>
            <a:lvl4pPr marL="1600200" indent="-228600">
              <a:buFont typeface="Wingdings" panose="05000000000000000000" pitchFamily="2" charset="2"/>
              <a:buChar char="§"/>
              <a:defRPr/>
            </a:lvl4pPr>
            <a:lvl5pPr>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026859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03B5BF0-238D-481F-A15B-206D1E2FEDD2}"/>
              </a:ext>
              <a:ext uri="{C183D7F6-B498-43B3-948B-1728B52AA6E4}">
                <adec:decorative xmlns:adec="http://schemas.microsoft.com/office/drawing/2017/decorative" val="1"/>
              </a:ext>
            </a:extLst>
          </p:cNvPr>
          <p:cNvSpPr/>
          <p:nvPr userDrawn="1"/>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7578E43B-8F1B-4CBD-B09E-5AD9A247E3F8}"/>
              </a:ext>
              <a:ext uri="{C183D7F6-B498-43B3-948B-1728B52AA6E4}">
                <adec:decorative xmlns:adec="http://schemas.microsoft.com/office/drawing/2017/decorative" val="1"/>
              </a:ext>
            </a:extLst>
          </p:cNvPr>
          <p:cNvSpPr/>
          <p:nvPr userDrawn="1"/>
        </p:nvSpPr>
        <p:spPr>
          <a:xfrm>
            <a:off x="-38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ame 13">
            <a:extLst>
              <a:ext uri="{FF2B5EF4-FFF2-40B4-BE49-F238E27FC236}">
                <a16:creationId xmlns:a16="http://schemas.microsoft.com/office/drawing/2014/main" id="{737C17C2-E2A6-4219-AE02-C8EAF943C472}"/>
              </a:ext>
              <a:ext uri="{C183D7F6-B498-43B3-948B-1728B52AA6E4}">
                <adec:decorative xmlns:adec="http://schemas.microsoft.com/office/drawing/2017/decorative" val="1"/>
              </a:ext>
            </a:extLst>
          </p:cNvPr>
          <p:cNvSpPr/>
          <p:nvPr userDrawn="1"/>
        </p:nvSpPr>
        <p:spPr>
          <a:xfrm>
            <a:off x="-389"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icture Placeholder 19">
            <a:extLst>
              <a:ext uri="{FF2B5EF4-FFF2-40B4-BE49-F238E27FC236}">
                <a16:creationId xmlns:a16="http://schemas.microsoft.com/office/drawing/2014/main" id="{AE7BC3CE-3806-41F3-B4F6-EBB2C3E9EA28}"/>
              </a:ext>
            </a:extLst>
          </p:cNvPr>
          <p:cNvSpPr>
            <a:spLocks noGrp="1"/>
          </p:cNvSpPr>
          <p:nvPr>
            <p:ph type="pic" sz="quarter" idx="13"/>
          </p:nvPr>
        </p:nvSpPr>
        <p:spPr>
          <a:xfrm>
            <a:off x="6096" y="484632"/>
            <a:ext cx="12179808" cy="5907024"/>
          </a:xfrm>
          <a:solidFill>
            <a:schemeClr val="accent6"/>
          </a:solidFill>
        </p:spPr>
        <p:txBody>
          <a:bodyPr/>
          <a:lstStyle/>
          <a:p>
            <a:r>
              <a:rPr lang="en-US"/>
              <a:t>Click icon to add picture</a:t>
            </a:r>
            <a:endParaRPr lang="en-US" dirty="0"/>
          </a:p>
        </p:txBody>
      </p:sp>
      <p:sp>
        <p:nvSpPr>
          <p:cNvPr id="6" name="Title 5">
            <a:extLst>
              <a:ext uri="{FF2B5EF4-FFF2-40B4-BE49-F238E27FC236}">
                <a16:creationId xmlns:a16="http://schemas.microsoft.com/office/drawing/2014/main" id="{FDC036CF-E92D-4E80-8E6B-1B06EDDFD7CF}"/>
              </a:ext>
            </a:extLst>
          </p:cNvPr>
          <p:cNvSpPr>
            <a:spLocks noGrp="1"/>
          </p:cNvSpPr>
          <p:nvPr>
            <p:ph type="title"/>
          </p:nvPr>
        </p:nvSpPr>
        <p:spPr>
          <a:xfrm>
            <a:off x="838200" y="1271016"/>
            <a:ext cx="4800600" cy="3749040"/>
          </a:xfrm>
        </p:spPr>
        <p:txBody>
          <a:bodyPr anchor="b" anchorCtr="0"/>
          <a:lstStyle>
            <a:lvl1pPr>
              <a:defRPr>
                <a:solidFill>
                  <a:schemeClr val="bg1"/>
                </a:solidFill>
                <a:effectLst>
                  <a:outerShdw blurRad="38100" dist="38100" dir="2700000" algn="tl">
                    <a:srgbClr val="000000">
                      <a:alpha val="43137"/>
                    </a:srgbClr>
                  </a:outerShdw>
                </a:effectLst>
              </a:defRPr>
            </a:lvl1pPr>
          </a:lstStyle>
          <a:p>
            <a:r>
              <a:rPr lang="en-US"/>
              <a:t>Click to edit Master title style</a:t>
            </a:r>
            <a:endParaRPr lang="en-US" dirty="0"/>
          </a:p>
        </p:txBody>
      </p:sp>
      <p:sp>
        <p:nvSpPr>
          <p:cNvPr id="26" name="Text Placeholder 25">
            <a:extLst>
              <a:ext uri="{FF2B5EF4-FFF2-40B4-BE49-F238E27FC236}">
                <a16:creationId xmlns:a16="http://schemas.microsoft.com/office/drawing/2014/main" id="{BADCFE1B-ABA2-4B11-B7DE-02CE383D6F22}"/>
              </a:ext>
            </a:extLst>
          </p:cNvPr>
          <p:cNvSpPr>
            <a:spLocks noGrp="1"/>
          </p:cNvSpPr>
          <p:nvPr>
            <p:ph type="body" sz="quarter" idx="15" hasCustomPrompt="1"/>
          </p:nvPr>
        </p:nvSpPr>
        <p:spPr>
          <a:xfrm>
            <a:off x="838200" y="4835779"/>
            <a:ext cx="4800600" cy="1066800"/>
          </a:xfrm>
        </p:spPr>
        <p:txBody>
          <a:bodyPr>
            <a:normAutofit/>
          </a:bodyPr>
          <a:lstStyle>
            <a:lvl1pPr marL="228600" indent="0">
              <a:buNone/>
              <a:defRPr sz="2200">
                <a:solidFill>
                  <a:schemeClr val="bg1"/>
                </a:solidFill>
                <a:effectLst>
                  <a:outerShdw blurRad="38100" dist="38100" dir="2700000" algn="tl">
                    <a:srgbClr val="000000">
                      <a:alpha val="43137"/>
                    </a:srgbClr>
                  </a:outerShdw>
                </a:effectLst>
              </a:defRPr>
            </a:lvl1pPr>
          </a:lstStyle>
          <a:p>
            <a:pPr lvl="0"/>
            <a:r>
              <a:rPr lang="en-US" dirty="0"/>
              <a:t>Click to add subtitle</a:t>
            </a:r>
          </a:p>
        </p:txBody>
      </p:sp>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582905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endParaRPr lang="en-US" dirty="0"/>
          </a:p>
        </p:txBody>
      </p:sp>
      <p:sp>
        <p:nvSpPr>
          <p:cNvPr id="15" name="Picture Placeholder 14">
            <a:extLst>
              <a:ext uri="{FF2B5EF4-FFF2-40B4-BE49-F238E27FC236}">
                <a16:creationId xmlns:a16="http://schemas.microsoft.com/office/drawing/2014/main" id="{1B84B862-7F1F-4B98-B437-936D8A73A91A}"/>
              </a:ext>
            </a:extLst>
          </p:cNvPr>
          <p:cNvSpPr>
            <a:spLocks noGrp="1"/>
          </p:cNvSpPr>
          <p:nvPr>
            <p:ph type="pic" sz="quarter" idx="13"/>
          </p:nvPr>
        </p:nvSpPr>
        <p:spPr>
          <a:xfrm>
            <a:off x="740664" y="2240280"/>
            <a:ext cx="2286000" cy="2322576"/>
          </a:xfrm>
          <a:solidFill>
            <a:schemeClr val="accent6"/>
          </a:solidFill>
        </p:spPr>
        <p:txBody>
          <a:bodyPr/>
          <a:lstStyle/>
          <a:p>
            <a:r>
              <a:rPr lang="en-US"/>
              <a:t>Click icon to add picture</a:t>
            </a:r>
            <a:endParaRPr lang="en-US" dirty="0"/>
          </a:p>
        </p:txBody>
      </p:sp>
      <p:sp>
        <p:nvSpPr>
          <p:cNvPr id="16" name="Picture Placeholder 14">
            <a:extLst>
              <a:ext uri="{FF2B5EF4-FFF2-40B4-BE49-F238E27FC236}">
                <a16:creationId xmlns:a16="http://schemas.microsoft.com/office/drawing/2014/main" id="{C76B23B2-3605-4292-9F96-F34651B689A7}"/>
              </a:ext>
            </a:extLst>
          </p:cNvPr>
          <p:cNvSpPr>
            <a:spLocks noGrp="1"/>
          </p:cNvSpPr>
          <p:nvPr>
            <p:ph type="pic" sz="quarter" idx="14"/>
          </p:nvPr>
        </p:nvSpPr>
        <p:spPr>
          <a:xfrm>
            <a:off x="3538728" y="2240280"/>
            <a:ext cx="2286000" cy="2322576"/>
          </a:xfrm>
          <a:solidFill>
            <a:schemeClr val="accent6"/>
          </a:solidFill>
        </p:spPr>
        <p:txBody>
          <a:bodyPr/>
          <a:lstStyle/>
          <a:p>
            <a:r>
              <a:rPr lang="en-US"/>
              <a:t>Click icon to add picture</a:t>
            </a:r>
            <a:endParaRPr lang="en-US" dirty="0"/>
          </a:p>
        </p:txBody>
      </p:sp>
      <p:sp>
        <p:nvSpPr>
          <p:cNvPr id="17" name="Picture Placeholder 14">
            <a:extLst>
              <a:ext uri="{FF2B5EF4-FFF2-40B4-BE49-F238E27FC236}">
                <a16:creationId xmlns:a16="http://schemas.microsoft.com/office/drawing/2014/main" id="{AB1E9EC3-2FB6-4E1C-8211-306450FDEE7F}"/>
              </a:ext>
            </a:extLst>
          </p:cNvPr>
          <p:cNvSpPr>
            <a:spLocks noGrp="1"/>
          </p:cNvSpPr>
          <p:nvPr>
            <p:ph type="pic" sz="quarter" idx="15"/>
          </p:nvPr>
        </p:nvSpPr>
        <p:spPr>
          <a:xfrm>
            <a:off x="6345936" y="2267712"/>
            <a:ext cx="2286000" cy="2322576"/>
          </a:xfrm>
          <a:solidFill>
            <a:schemeClr val="accent6"/>
          </a:solidFill>
        </p:spPr>
        <p:txBody>
          <a:bodyPr/>
          <a:lstStyle/>
          <a:p>
            <a:r>
              <a:rPr lang="en-US"/>
              <a:t>Click icon to add picture</a:t>
            </a:r>
            <a:endParaRPr lang="en-US" dirty="0"/>
          </a:p>
        </p:txBody>
      </p:sp>
      <p:sp>
        <p:nvSpPr>
          <p:cNvPr id="18" name="Picture Placeholder 14">
            <a:extLst>
              <a:ext uri="{FF2B5EF4-FFF2-40B4-BE49-F238E27FC236}">
                <a16:creationId xmlns:a16="http://schemas.microsoft.com/office/drawing/2014/main" id="{F3628146-045F-4FBC-A365-3D1D4B3DA6E9}"/>
              </a:ext>
            </a:extLst>
          </p:cNvPr>
          <p:cNvSpPr>
            <a:spLocks noGrp="1"/>
          </p:cNvSpPr>
          <p:nvPr>
            <p:ph type="pic" sz="quarter" idx="16"/>
          </p:nvPr>
        </p:nvSpPr>
        <p:spPr>
          <a:xfrm>
            <a:off x="9153144" y="2267712"/>
            <a:ext cx="2286000" cy="2322576"/>
          </a:xfrm>
          <a:solidFill>
            <a:schemeClr val="accent6"/>
          </a:solidFill>
        </p:spPr>
        <p:txBody>
          <a:bodyPr/>
          <a:lstStyle/>
          <a:p>
            <a:r>
              <a:rPr lang="en-US"/>
              <a:t>Click icon to add picture</a:t>
            </a:r>
            <a:endParaRPr lang="en-US" dirty="0"/>
          </a:p>
        </p:txBody>
      </p:sp>
      <p:sp>
        <p:nvSpPr>
          <p:cNvPr id="20" name="Text Placeholder 19">
            <a:extLst>
              <a:ext uri="{FF2B5EF4-FFF2-40B4-BE49-F238E27FC236}">
                <a16:creationId xmlns:a16="http://schemas.microsoft.com/office/drawing/2014/main" id="{CB50972B-CA23-4B92-987F-EE48ECCFF590}"/>
              </a:ext>
            </a:extLst>
          </p:cNvPr>
          <p:cNvSpPr>
            <a:spLocks noGrp="1"/>
          </p:cNvSpPr>
          <p:nvPr>
            <p:ph type="body" sz="quarter" idx="17" hasCustomPrompt="1"/>
          </p:nvPr>
        </p:nvSpPr>
        <p:spPr>
          <a:xfrm>
            <a:off x="741363" y="4733925"/>
            <a:ext cx="2286000" cy="590550"/>
          </a:xfrm>
        </p:spPr>
        <p:txBody>
          <a:bodyPr>
            <a:normAutofit/>
          </a:bodyPr>
          <a:lstStyle>
            <a:lvl1pPr marL="0" indent="0" defTabSz="0">
              <a:spcBef>
                <a:spcPts val="0"/>
              </a:spcBef>
              <a:buNone/>
              <a:defRPr sz="2000">
                <a:latin typeface="+mj-lt"/>
              </a:defRPr>
            </a:lvl1pPr>
            <a:lvl2pPr marL="571500" indent="0">
              <a:buNone/>
              <a:defRPr/>
            </a:lvl2pPr>
            <a:lvl3pPr marL="1028700" indent="0">
              <a:buNone/>
              <a:defRPr/>
            </a:lvl3pPr>
            <a:lvl4pPr marL="1428750" indent="0">
              <a:buNone/>
              <a:defRPr/>
            </a:lvl4pPr>
            <a:lvl5pPr marL="1885950" indent="0">
              <a:buNone/>
              <a:defRPr/>
            </a:lvl5pPr>
          </a:lstStyle>
          <a:p>
            <a:pPr lvl="0"/>
            <a:r>
              <a:rPr lang="en-US" dirty="0"/>
              <a:t>Name</a:t>
            </a:r>
          </a:p>
        </p:txBody>
      </p:sp>
      <p:sp>
        <p:nvSpPr>
          <p:cNvPr id="23" name="Text Placeholder 19">
            <a:extLst>
              <a:ext uri="{FF2B5EF4-FFF2-40B4-BE49-F238E27FC236}">
                <a16:creationId xmlns:a16="http://schemas.microsoft.com/office/drawing/2014/main" id="{8DE19225-DA72-4A39-8CFD-695BFBB93E6D}"/>
              </a:ext>
            </a:extLst>
          </p:cNvPr>
          <p:cNvSpPr>
            <a:spLocks noGrp="1"/>
          </p:cNvSpPr>
          <p:nvPr>
            <p:ph type="body" sz="quarter" idx="18" hasCustomPrompt="1"/>
          </p:nvPr>
        </p:nvSpPr>
        <p:spPr>
          <a:xfrm>
            <a:off x="740664" y="5343144"/>
            <a:ext cx="2286000" cy="590550"/>
          </a:xfrm>
        </p:spPr>
        <p:txBody>
          <a:bodyPr>
            <a:normAutofit/>
          </a:bodyPr>
          <a:lstStyle>
            <a:lvl1pPr marL="0" indent="0" defTabSz="0">
              <a:spcBef>
                <a:spcPts val="0"/>
              </a:spcBef>
              <a:buNone/>
              <a:defRPr sz="1600"/>
            </a:lvl1pPr>
            <a:lvl2pPr marL="571500" indent="0">
              <a:buNone/>
              <a:defRPr/>
            </a:lvl2pPr>
            <a:lvl3pPr marL="1028700" indent="0">
              <a:buNone/>
              <a:defRPr/>
            </a:lvl3pPr>
            <a:lvl4pPr marL="1428750" indent="0">
              <a:buNone/>
              <a:defRPr/>
            </a:lvl4pPr>
            <a:lvl5pPr marL="1885950" indent="0">
              <a:buNone/>
              <a:defRPr/>
            </a:lvl5pPr>
          </a:lstStyle>
          <a:p>
            <a:pPr lvl="0"/>
            <a:r>
              <a:rPr lang="en-US" dirty="0"/>
              <a:t>Title</a:t>
            </a:r>
          </a:p>
        </p:txBody>
      </p:sp>
      <p:sp>
        <p:nvSpPr>
          <p:cNvPr id="24" name="Text Placeholder 19">
            <a:extLst>
              <a:ext uri="{FF2B5EF4-FFF2-40B4-BE49-F238E27FC236}">
                <a16:creationId xmlns:a16="http://schemas.microsoft.com/office/drawing/2014/main" id="{E66A7C97-DBB6-4333-B12F-E26C38E6975C}"/>
              </a:ext>
            </a:extLst>
          </p:cNvPr>
          <p:cNvSpPr>
            <a:spLocks noGrp="1"/>
          </p:cNvSpPr>
          <p:nvPr>
            <p:ph type="body" sz="quarter" idx="19" hasCustomPrompt="1"/>
          </p:nvPr>
        </p:nvSpPr>
        <p:spPr>
          <a:xfrm>
            <a:off x="3538728" y="4733925"/>
            <a:ext cx="2286000" cy="590550"/>
          </a:xfrm>
        </p:spPr>
        <p:txBody>
          <a:bodyPr>
            <a:normAutofit/>
          </a:bodyPr>
          <a:lstStyle>
            <a:lvl1pPr marL="0" indent="0" defTabSz="0">
              <a:spcBef>
                <a:spcPts val="0"/>
              </a:spcBef>
              <a:buNone/>
              <a:defRPr sz="2000">
                <a:latin typeface="+mj-lt"/>
              </a:defRPr>
            </a:lvl1pPr>
            <a:lvl2pPr marL="571500" indent="0">
              <a:buNone/>
              <a:defRPr/>
            </a:lvl2pPr>
            <a:lvl3pPr marL="1028700" indent="0">
              <a:buNone/>
              <a:defRPr/>
            </a:lvl3pPr>
            <a:lvl4pPr marL="1428750" indent="0">
              <a:buNone/>
              <a:defRPr/>
            </a:lvl4pPr>
            <a:lvl5pPr marL="1885950" indent="0">
              <a:buNone/>
              <a:defRPr/>
            </a:lvl5pPr>
          </a:lstStyle>
          <a:p>
            <a:pPr lvl="0"/>
            <a:r>
              <a:rPr lang="en-US" dirty="0"/>
              <a:t>Name</a:t>
            </a:r>
          </a:p>
        </p:txBody>
      </p:sp>
      <p:sp>
        <p:nvSpPr>
          <p:cNvPr id="25" name="Text Placeholder 19">
            <a:extLst>
              <a:ext uri="{FF2B5EF4-FFF2-40B4-BE49-F238E27FC236}">
                <a16:creationId xmlns:a16="http://schemas.microsoft.com/office/drawing/2014/main" id="{041FA0B5-660E-478A-AF8A-196DBD6AE43A}"/>
              </a:ext>
            </a:extLst>
          </p:cNvPr>
          <p:cNvSpPr>
            <a:spLocks noGrp="1"/>
          </p:cNvSpPr>
          <p:nvPr>
            <p:ph type="body" sz="quarter" idx="20" hasCustomPrompt="1"/>
          </p:nvPr>
        </p:nvSpPr>
        <p:spPr>
          <a:xfrm>
            <a:off x="3538029" y="5343144"/>
            <a:ext cx="2286000" cy="590550"/>
          </a:xfrm>
        </p:spPr>
        <p:txBody>
          <a:bodyPr>
            <a:normAutofit/>
          </a:bodyPr>
          <a:lstStyle>
            <a:lvl1pPr marL="0" indent="0" defTabSz="0">
              <a:spcBef>
                <a:spcPts val="0"/>
              </a:spcBef>
              <a:buNone/>
              <a:defRPr sz="1600"/>
            </a:lvl1pPr>
            <a:lvl2pPr marL="571500" indent="0">
              <a:buNone/>
              <a:defRPr/>
            </a:lvl2pPr>
            <a:lvl3pPr marL="1028700" indent="0">
              <a:buNone/>
              <a:defRPr/>
            </a:lvl3pPr>
            <a:lvl4pPr marL="1428750" indent="0">
              <a:buNone/>
              <a:defRPr/>
            </a:lvl4pPr>
            <a:lvl5pPr marL="1885950" indent="0">
              <a:buNone/>
              <a:defRPr/>
            </a:lvl5pPr>
          </a:lstStyle>
          <a:p>
            <a:pPr lvl="0"/>
            <a:r>
              <a:rPr lang="en-US" dirty="0"/>
              <a:t>Title</a:t>
            </a:r>
          </a:p>
        </p:txBody>
      </p:sp>
      <p:sp>
        <p:nvSpPr>
          <p:cNvPr id="26" name="Text Placeholder 19">
            <a:extLst>
              <a:ext uri="{FF2B5EF4-FFF2-40B4-BE49-F238E27FC236}">
                <a16:creationId xmlns:a16="http://schemas.microsoft.com/office/drawing/2014/main" id="{77C92085-3D01-44E4-BA12-E39F1EA0ACE5}"/>
              </a:ext>
            </a:extLst>
          </p:cNvPr>
          <p:cNvSpPr>
            <a:spLocks noGrp="1"/>
          </p:cNvSpPr>
          <p:nvPr>
            <p:ph type="body" sz="quarter" idx="21" hasCustomPrompt="1"/>
          </p:nvPr>
        </p:nvSpPr>
        <p:spPr>
          <a:xfrm>
            <a:off x="6367973" y="4733544"/>
            <a:ext cx="2286000" cy="590550"/>
          </a:xfrm>
        </p:spPr>
        <p:txBody>
          <a:bodyPr>
            <a:normAutofit/>
          </a:bodyPr>
          <a:lstStyle>
            <a:lvl1pPr marL="0" indent="0" defTabSz="0">
              <a:spcBef>
                <a:spcPts val="0"/>
              </a:spcBef>
              <a:buNone/>
              <a:defRPr sz="2000">
                <a:latin typeface="+mj-lt"/>
              </a:defRPr>
            </a:lvl1pPr>
            <a:lvl2pPr marL="571500" indent="0">
              <a:buNone/>
              <a:defRPr/>
            </a:lvl2pPr>
            <a:lvl3pPr marL="1028700" indent="0">
              <a:buNone/>
              <a:defRPr/>
            </a:lvl3pPr>
            <a:lvl4pPr marL="1428750" indent="0">
              <a:buNone/>
              <a:defRPr/>
            </a:lvl4pPr>
            <a:lvl5pPr marL="1885950" indent="0">
              <a:buNone/>
              <a:defRPr/>
            </a:lvl5pPr>
          </a:lstStyle>
          <a:p>
            <a:pPr lvl="0"/>
            <a:r>
              <a:rPr lang="en-US" dirty="0"/>
              <a:t>Name</a:t>
            </a:r>
          </a:p>
        </p:txBody>
      </p:sp>
      <p:sp>
        <p:nvSpPr>
          <p:cNvPr id="27" name="Text Placeholder 19">
            <a:extLst>
              <a:ext uri="{FF2B5EF4-FFF2-40B4-BE49-F238E27FC236}">
                <a16:creationId xmlns:a16="http://schemas.microsoft.com/office/drawing/2014/main" id="{35DA97BC-7224-440A-A227-8F4A1018043A}"/>
              </a:ext>
            </a:extLst>
          </p:cNvPr>
          <p:cNvSpPr>
            <a:spLocks noGrp="1"/>
          </p:cNvSpPr>
          <p:nvPr>
            <p:ph type="body" sz="quarter" idx="22" hasCustomPrompt="1"/>
          </p:nvPr>
        </p:nvSpPr>
        <p:spPr>
          <a:xfrm>
            <a:off x="6367274" y="5342763"/>
            <a:ext cx="2286000" cy="590550"/>
          </a:xfrm>
        </p:spPr>
        <p:txBody>
          <a:bodyPr>
            <a:normAutofit/>
          </a:bodyPr>
          <a:lstStyle>
            <a:lvl1pPr marL="0" indent="0" defTabSz="0">
              <a:spcBef>
                <a:spcPts val="0"/>
              </a:spcBef>
              <a:buNone/>
              <a:defRPr sz="1600"/>
            </a:lvl1pPr>
            <a:lvl2pPr marL="571500" indent="0">
              <a:buNone/>
              <a:defRPr/>
            </a:lvl2pPr>
            <a:lvl3pPr marL="1028700" indent="0">
              <a:buNone/>
              <a:defRPr/>
            </a:lvl3pPr>
            <a:lvl4pPr marL="1428750" indent="0">
              <a:buNone/>
              <a:defRPr/>
            </a:lvl4pPr>
            <a:lvl5pPr marL="1885950" indent="0">
              <a:buNone/>
              <a:defRPr/>
            </a:lvl5pPr>
          </a:lstStyle>
          <a:p>
            <a:pPr lvl="0"/>
            <a:r>
              <a:rPr lang="en-US" dirty="0"/>
              <a:t>Title</a:t>
            </a:r>
          </a:p>
        </p:txBody>
      </p:sp>
      <p:sp>
        <p:nvSpPr>
          <p:cNvPr id="28" name="Text Placeholder 19">
            <a:extLst>
              <a:ext uri="{FF2B5EF4-FFF2-40B4-BE49-F238E27FC236}">
                <a16:creationId xmlns:a16="http://schemas.microsoft.com/office/drawing/2014/main" id="{C236524B-4724-42FA-A2B2-33566478FD42}"/>
              </a:ext>
            </a:extLst>
          </p:cNvPr>
          <p:cNvSpPr>
            <a:spLocks noGrp="1"/>
          </p:cNvSpPr>
          <p:nvPr>
            <p:ph type="body" sz="quarter" idx="23" hasCustomPrompt="1"/>
          </p:nvPr>
        </p:nvSpPr>
        <p:spPr>
          <a:xfrm>
            <a:off x="9164639" y="4737100"/>
            <a:ext cx="2286000" cy="590550"/>
          </a:xfrm>
        </p:spPr>
        <p:txBody>
          <a:bodyPr>
            <a:normAutofit/>
          </a:bodyPr>
          <a:lstStyle>
            <a:lvl1pPr marL="0" indent="0" defTabSz="0">
              <a:spcBef>
                <a:spcPts val="0"/>
              </a:spcBef>
              <a:buNone/>
              <a:defRPr sz="2000">
                <a:latin typeface="+mj-lt"/>
              </a:defRPr>
            </a:lvl1pPr>
            <a:lvl2pPr marL="571500" indent="0">
              <a:buNone/>
              <a:defRPr/>
            </a:lvl2pPr>
            <a:lvl3pPr marL="1028700" indent="0">
              <a:buNone/>
              <a:defRPr/>
            </a:lvl3pPr>
            <a:lvl4pPr marL="1428750" indent="0">
              <a:buNone/>
              <a:defRPr/>
            </a:lvl4pPr>
            <a:lvl5pPr marL="1885950" indent="0">
              <a:buNone/>
              <a:defRPr/>
            </a:lvl5pPr>
          </a:lstStyle>
          <a:p>
            <a:pPr lvl="0"/>
            <a:r>
              <a:rPr lang="en-US" dirty="0"/>
              <a:t>Name</a:t>
            </a:r>
          </a:p>
        </p:txBody>
      </p:sp>
      <p:sp>
        <p:nvSpPr>
          <p:cNvPr id="29" name="Text Placeholder 19">
            <a:extLst>
              <a:ext uri="{FF2B5EF4-FFF2-40B4-BE49-F238E27FC236}">
                <a16:creationId xmlns:a16="http://schemas.microsoft.com/office/drawing/2014/main" id="{5F7DE4ED-8F4D-465C-86B4-2372AE291F56}"/>
              </a:ext>
            </a:extLst>
          </p:cNvPr>
          <p:cNvSpPr>
            <a:spLocks noGrp="1"/>
          </p:cNvSpPr>
          <p:nvPr>
            <p:ph type="body" sz="quarter" idx="24" hasCustomPrompt="1"/>
          </p:nvPr>
        </p:nvSpPr>
        <p:spPr>
          <a:xfrm>
            <a:off x="9163940" y="5346319"/>
            <a:ext cx="2286000" cy="590550"/>
          </a:xfrm>
        </p:spPr>
        <p:txBody>
          <a:bodyPr>
            <a:normAutofit/>
          </a:bodyPr>
          <a:lstStyle>
            <a:lvl1pPr marL="0" indent="0" defTabSz="0">
              <a:spcBef>
                <a:spcPts val="0"/>
              </a:spcBef>
              <a:buNone/>
              <a:defRPr sz="1600"/>
            </a:lvl1pPr>
            <a:lvl2pPr marL="571500" indent="0">
              <a:buNone/>
              <a:defRPr/>
            </a:lvl2pPr>
            <a:lvl3pPr marL="1028700" indent="0">
              <a:buNone/>
              <a:defRPr/>
            </a:lvl3pPr>
            <a:lvl4pPr marL="1428750" indent="0">
              <a:buNone/>
              <a:defRPr/>
            </a:lvl4pPr>
            <a:lvl5pPr marL="1885950" indent="0">
              <a:buNone/>
              <a:defRPr/>
            </a:lvl5pPr>
          </a:lstStyle>
          <a:p>
            <a:pPr lvl="0"/>
            <a:r>
              <a:rPr lang="en-US" dirty="0"/>
              <a:t>Title</a:t>
            </a:r>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380455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comparison slide)">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2560320"/>
            <a:ext cx="5157787" cy="3446463"/>
          </a:xfrm>
          <a:solidFill>
            <a:schemeClr val="bg1"/>
          </a:solidFill>
        </p:spPr>
        <p:txBody>
          <a:bodyPr>
            <a:normAutofit/>
          </a:bodyPr>
          <a:lstStyle>
            <a:lvl1pPr>
              <a:buClr>
                <a:schemeClr val="tx2">
                  <a:lumMod val="50000"/>
                  <a:lumOff val="50000"/>
                </a:schemeClr>
              </a:buClr>
              <a:defRPr sz="1800"/>
            </a:lvl1pPr>
            <a:lvl2pPr>
              <a:buClr>
                <a:schemeClr val="tx2">
                  <a:lumMod val="50000"/>
                  <a:lumOff val="50000"/>
                </a:schemeClr>
              </a:buClr>
              <a:defRPr sz="1800"/>
            </a:lvl2pPr>
            <a:lvl3pPr>
              <a:buClr>
                <a:schemeClr val="tx2">
                  <a:lumMod val="50000"/>
                  <a:lumOff val="50000"/>
                </a:schemeClr>
              </a:buClr>
              <a:defRPr sz="1800"/>
            </a:lvl3pPr>
            <a:lvl4pPr>
              <a:buClr>
                <a:schemeClr val="tx2">
                  <a:lumMod val="50000"/>
                  <a:lumOff val="50000"/>
                </a:schemeClr>
              </a:buClr>
              <a:defRPr sz="1800"/>
            </a:lvl4pPr>
            <a:lvl5pPr>
              <a:buClr>
                <a:schemeClr val="tx2">
                  <a:lumMod val="50000"/>
                  <a:lumOff val="50000"/>
                </a:schemeClr>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2560320"/>
            <a:ext cx="5183188" cy="3446463"/>
          </a:xfrm>
        </p:spPr>
        <p:txBody>
          <a:bodyPr>
            <a:normAutofit/>
          </a:bodyPr>
          <a:lstStyle>
            <a:lvl1pPr>
              <a:buClr>
                <a:schemeClr val="tx2">
                  <a:lumMod val="50000"/>
                  <a:lumOff val="50000"/>
                </a:schemeClr>
              </a:buClr>
              <a:defRPr sz="1800"/>
            </a:lvl1pPr>
            <a:lvl2pPr>
              <a:buClr>
                <a:schemeClr val="tx2">
                  <a:lumMod val="50000"/>
                  <a:lumOff val="50000"/>
                </a:schemeClr>
              </a:buClr>
              <a:defRPr sz="1800"/>
            </a:lvl2pPr>
            <a:lvl3pPr>
              <a:buClr>
                <a:schemeClr val="tx2">
                  <a:lumMod val="50000"/>
                  <a:lumOff val="50000"/>
                </a:schemeClr>
              </a:buClr>
              <a:defRPr sz="1800"/>
            </a:lvl3pPr>
            <a:lvl4pPr>
              <a:buClr>
                <a:schemeClr val="tx2">
                  <a:lumMod val="50000"/>
                  <a:lumOff val="50000"/>
                </a:schemeClr>
              </a:buClr>
              <a:defRPr sz="1800"/>
            </a:lvl4pPr>
            <a:lvl5pPr>
              <a:buClr>
                <a:schemeClr val="tx2">
                  <a:lumMod val="50000"/>
                  <a:lumOff val="50000"/>
                </a:schemeClr>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28844951-7827-47D4-8276-7DDE1FA7D85A}" type="slidenum">
              <a:rPr lang="en-US" smtClean="0"/>
              <a:t>‹#›</a:t>
            </a:fld>
            <a:endParaRPr lang="en-US"/>
          </a:p>
        </p:txBody>
      </p:sp>
      <p:sp>
        <p:nvSpPr>
          <p:cNvPr id="10" name="Title 9">
            <a:extLst>
              <a:ext uri="{FF2B5EF4-FFF2-40B4-BE49-F238E27FC236}">
                <a16:creationId xmlns:a16="http://schemas.microsoft.com/office/drawing/2014/main" id="{351C83D0-CBAB-4E41-89AB-89FF36D38A0A}"/>
              </a:ext>
            </a:extLst>
          </p:cNvPr>
          <p:cNvSpPr>
            <a:spLocks noGrp="1"/>
          </p:cNvSpPr>
          <p:nvPr>
            <p:ph type="title"/>
          </p:nvPr>
        </p:nvSpPr>
        <p:spPr/>
        <p:txBody>
          <a:bodyPr/>
          <a:lstStyle/>
          <a:p>
            <a:r>
              <a:rPr lang="en-US"/>
              <a:t>Click to edit Master title style</a:t>
            </a:r>
          </a:p>
        </p:txBody>
      </p:sp>
      <p:sp>
        <p:nvSpPr>
          <p:cNvPr id="11" name="Text Placeholder 2">
            <a:extLst>
              <a:ext uri="{FF2B5EF4-FFF2-40B4-BE49-F238E27FC236}">
                <a16:creationId xmlns:a16="http://schemas.microsoft.com/office/drawing/2014/main" id="{9C302BB0-D231-4195-8083-264C01DF99B8}"/>
              </a:ext>
            </a:extLst>
          </p:cNvPr>
          <p:cNvSpPr>
            <a:spLocks noGrp="1"/>
          </p:cNvSpPr>
          <p:nvPr>
            <p:ph type="body" idx="1"/>
          </p:nvPr>
        </p:nvSpPr>
        <p:spPr>
          <a:xfrm>
            <a:off x="839787" y="2011680"/>
            <a:ext cx="5157787"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4">
            <a:extLst>
              <a:ext uri="{FF2B5EF4-FFF2-40B4-BE49-F238E27FC236}">
                <a16:creationId xmlns:a16="http://schemas.microsoft.com/office/drawing/2014/main" id="{5B2A70FA-99E0-466C-AC57-33C48353BBDB}"/>
              </a:ext>
            </a:extLst>
          </p:cNvPr>
          <p:cNvSpPr>
            <a:spLocks noGrp="1"/>
          </p:cNvSpPr>
          <p:nvPr>
            <p:ph type="body" sz="quarter" idx="13"/>
          </p:nvPr>
        </p:nvSpPr>
        <p:spPr>
          <a:xfrm>
            <a:off x="6169027" y="2011680"/>
            <a:ext cx="5183187"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945747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685800"/>
            <a:ext cx="10515600" cy="132588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2011680"/>
            <a:ext cx="3383280"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2560320"/>
            <a:ext cx="3383280" cy="3446463"/>
          </a:xfrm>
        </p:spPr>
        <p:txBody>
          <a:bodyPr>
            <a:normAutofit/>
          </a:bodyPr>
          <a:lstStyle>
            <a:lvl1pPr>
              <a:buClr>
                <a:schemeClr val="tx2">
                  <a:lumMod val="50000"/>
                  <a:lumOff val="50000"/>
                </a:schemeClr>
              </a:buClr>
              <a:defRPr sz="1400"/>
            </a:lvl1pPr>
            <a:lvl2pPr>
              <a:buClr>
                <a:schemeClr val="tx2">
                  <a:lumMod val="50000"/>
                  <a:lumOff val="50000"/>
                </a:schemeClr>
              </a:buClr>
              <a:defRPr sz="1400"/>
            </a:lvl2pPr>
            <a:lvl3pPr>
              <a:buClr>
                <a:schemeClr val="tx2">
                  <a:lumMod val="50000"/>
                  <a:lumOff val="50000"/>
                </a:schemeClr>
              </a:buClr>
              <a:defRPr sz="1400"/>
            </a:lvl3pPr>
            <a:lvl4pPr>
              <a:buClr>
                <a:schemeClr val="tx2">
                  <a:lumMod val="50000"/>
                  <a:lumOff val="50000"/>
                </a:schemeClr>
              </a:buClr>
              <a:defRPr sz="1400"/>
            </a:lvl4pPr>
            <a:lvl5pPr>
              <a:buClr>
                <a:schemeClr val="tx2">
                  <a:lumMod val="50000"/>
                  <a:lumOff val="50000"/>
                </a:schemeClr>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4404360" y="2011680"/>
            <a:ext cx="3383280"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4404360" y="2560320"/>
            <a:ext cx="3383280" cy="3446463"/>
          </a:xfrm>
        </p:spPr>
        <p:txBody>
          <a:bodyPr>
            <a:normAutofit/>
          </a:bodyPr>
          <a:lstStyle>
            <a:lvl1pPr>
              <a:buClr>
                <a:schemeClr val="tx2">
                  <a:lumMod val="50000"/>
                  <a:lumOff val="50000"/>
                </a:schemeClr>
              </a:buClr>
              <a:defRPr sz="1400"/>
            </a:lvl1pPr>
            <a:lvl2pPr>
              <a:buClr>
                <a:schemeClr val="tx2">
                  <a:lumMod val="50000"/>
                  <a:lumOff val="50000"/>
                </a:schemeClr>
              </a:buClr>
              <a:defRPr sz="1400"/>
            </a:lvl2pPr>
            <a:lvl3pPr>
              <a:buClr>
                <a:schemeClr val="tx2">
                  <a:lumMod val="50000"/>
                  <a:lumOff val="50000"/>
                </a:schemeClr>
              </a:buClr>
              <a:defRPr sz="1400"/>
            </a:lvl3pPr>
            <a:lvl4pPr>
              <a:buClr>
                <a:schemeClr val="tx2">
                  <a:lumMod val="50000"/>
                  <a:lumOff val="50000"/>
                </a:schemeClr>
              </a:buClr>
              <a:defRPr sz="1400"/>
            </a:lvl4pPr>
            <a:lvl5pPr>
              <a:buClr>
                <a:schemeClr val="tx2">
                  <a:lumMod val="50000"/>
                  <a:lumOff val="50000"/>
                </a:schemeClr>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a:extLst>
              <a:ext uri="{FF2B5EF4-FFF2-40B4-BE49-F238E27FC236}">
                <a16:creationId xmlns:a16="http://schemas.microsoft.com/office/drawing/2014/main" id="{422881CE-A366-4A3A-AE00-9B14BEFE4A95}"/>
              </a:ext>
            </a:extLst>
          </p:cNvPr>
          <p:cNvSpPr>
            <a:spLocks noGrp="1"/>
          </p:cNvSpPr>
          <p:nvPr>
            <p:ph type="body" sz="quarter" idx="13"/>
          </p:nvPr>
        </p:nvSpPr>
        <p:spPr>
          <a:xfrm>
            <a:off x="7968934" y="2011680"/>
            <a:ext cx="3383280"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5">
            <a:extLst>
              <a:ext uri="{FF2B5EF4-FFF2-40B4-BE49-F238E27FC236}">
                <a16:creationId xmlns:a16="http://schemas.microsoft.com/office/drawing/2014/main" id="{3CF16E98-73C9-47B5-B88B-9120BEB9F09B}"/>
              </a:ext>
            </a:extLst>
          </p:cNvPr>
          <p:cNvSpPr>
            <a:spLocks noGrp="1"/>
          </p:cNvSpPr>
          <p:nvPr>
            <p:ph sz="quarter" idx="14"/>
          </p:nvPr>
        </p:nvSpPr>
        <p:spPr>
          <a:xfrm>
            <a:off x="7968934" y="2560320"/>
            <a:ext cx="3383280" cy="3446463"/>
          </a:xfrm>
        </p:spPr>
        <p:txBody>
          <a:bodyPr>
            <a:normAutofit/>
          </a:bodyPr>
          <a:lstStyle>
            <a:lvl1pPr>
              <a:buClr>
                <a:schemeClr val="tx2">
                  <a:lumMod val="50000"/>
                  <a:lumOff val="50000"/>
                </a:schemeClr>
              </a:buClr>
              <a:defRPr sz="1400"/>
            </a:lvl1pPr>
            <a:lvl2pPr>
              <a:buClr>
                <a:schemeClr val="tx2">
                  <a:lumMod val="50000"/>
                  <a:lumOff val="50000"/>
                </a:schemeClr>
              </a:buClr>
              <a:defRPr sz="1400"/>
            </a:lvl2pPr>
            <a:lvl3pPr>
              <a:buClr>
                <a:schemeClr val="tx2">
                  <a:lumMod val="50000"/>
                  <a:lumOff val="50000"/>
                </a:schemeClr>
              </a:buClr>
              <a:defRPr sz="1400"/>
            </a:lvl3pPr>
            <a:lvl4pPr>
              <a:buClr>
                <a:schemeClr val="tx2">
                  <a:lumMod val="50000"/>
                  <a:lumOff val="50000"/>
                </a:schemeClr>
              </a:buClr>
              <a:defRPr sz="1400"/>
            </a:lvl4pPr>
            <a:lvl5pPr>
              <a:buClr>
                <a:schemeClr val="tx2">
                  <a:lumMod val="50000"/>
                  <a:lumOff val="50000"/>
                </a:schemeClr>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658878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ummar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
        <p:nvSpPr>
          <p:cNvPr id="6" name="Title 1">
            <a:extLst>
              <a:ext uri="{FF2B5EF4-FFF2-40B4-BE49-F238E27FC236}">
                <a16:creationId xmlns:a16="http://schemas.microsoft.com/office/drawing/2014/main" id="{673294AE-7408-47DB-898D-41F8C069B42E}"/>
              </a:ext>
            </a:extLst>
          </p:cNvPr>
          <p:cNvSpPr>
            <a:spLocks noGrp="1"/>
          </p:cNvSpPr>
          <p:nvPr>
            <p:ph type="title"/>
          </p:nvPr>
        </p:nvSpPr>
        <p:spPr>
          <a:xfrm>
            <a:off x="841248" y="857251"/>
            <a:ext cx="6156051" cy="2076450"/>
          </a:xfrm>
        </p:spPr>
        <p:txBody>
          <a:bodyPr anchor="b">
            <a:normAutofit/>
          </a:bodyPr>
          <a:lstStyle/>
          <a:p>
            <a:r>
              <a:rPr lang="en-US" sz="4400">
                <a:gradFill flip="none" rotWithShape="1">
                  <a:gsLst>
                    <a:gs pos="0">
                      <a:schemeClr val="accent5">
                        <a:alpha val="70000"/>
                      </a:schemeClr>
                    </a:gs>
                    <a:gs pos="100000">
                      <a:schemeClr val="accent1">
                        <a:alpha val="70000"/>
                      </a:schemeClr>
                    </a:gs>
                  </a:gsLst>
                  <a:lin ang="0" scaled="1"/>
                  <a:tileRect/>
                </a:gradFill>
              </a:rPr>
              <a:t>Click to edit Master title style</a:t>
            </a:r>
            <a:endParaRPr lang="en-US" sz="4400" dirty="0">
              <a:gradFill flip="none" rotWithShape="1">
                <a:gsLst>
                  <a:gs pos="0">
                    <a:schemeClr val="accent5">
                      <a:alpha val="70000"/>
                    </a:schemeClr>
                  </a:gs>
                  <a:gs pos="100000">
                    <a:schemeClr val="accent1">
                      <a:alpha val="70000"/>
                    </a:schemeClr>
                  </a:gs>
                </a:gsLst>
                <a:lin ang="0" scaled="1"/>
                <a:tileRect/>
              </a:gradFill>
            </a:endParaRPr>
          </a:p>
        </p:txBody>
      </p:sp>
      <p:sp>
        <p:nvSpPr>
          <p:cNvPr id="7" name="Content Placeholder 2">
            <a:extLst>
              <a:ext uri="{FF2B5EF4-FFF2-40B4-BE49-F238E27FC236}">
                <a16:creationId xmlns:a16="http://schemas.microsoft.com/office/drawing/2014/main" id="{E973052A-4118-4E04-81F8-A44EC172FE46}"/>
              </a:ext>
            </a:extLst>
          </p:cNvPr>
          <p:cNvSpPr>
            <a:spLocks noGrp="1"/>
          </p:cNvSpPr>
          <p:nvPr>
            <p:ph idx="1"/>
          </p:nvPr>
        </p:nvSpPr>
        <p:spPr>
          <a:xfrm>
            <a:off x="841247" y="3190875"/>
            <a:ext cx="6156052" cy="2986087"/>
          </a:xfrm>
        </p:spPr>
        <p:txBody>
          <a:bodyPr>
            <a:normAutofit/>
          </a:bodyPr>
          <a:lstStyle>
            <a:lvl1pPr marL="0" indent="0">
              <a:buNone/>
              <a:defRPr sz="2200"/>
            </a:lvl1pPr>
          </a:lstStyle>
          <a:p>
            <a:pPr marL="228600" lvl="0" indent="-228600"/>
            <a:r>
              <a:rPr lang="en-US" sz="2000">
                <a:solidFill>
                  <a:schemeClr val="tx2">
                    <a:alpha val="60000"/>
                  </a:schemeClr>
                </a:solidFill>
              </a:rPr>
              <a:t>Click to edit Master text styles</a:t>
            </a:r>
          </a:p>
        </p:txBody>
      </p:sp>
      <p:sp>
        <p:nvSpPr>
          <p:cNvPr id="10" name="Date Placeholder 3">
            <a:extLst>
              <a:ext uri="{FF2B5EF4-FFF2-40B4-BE49-F238E27FC236}">
                <a16:creationId xmlns:a16="http://schemas.microsoft.com/office/drawing/2014/main" id="{8988D1E1-6064-4D6A-9EB1-578E20A2A0ED}"/>
              </a:ext>
            </a:extLst>
          </p:cNvPr>
          <p:cNvSpPr txBox="1">
            <a:spLocks/>
          </p:cNvSpPr>
          <p:nvPr userDrawn="1"/>
        </p:nvSpPr>
        <p:spPr>
          <a:xfrm>
            <a:off x="841248" y="6429375"/>
            <a:ext cx="2646725" cy="365125"/>
          </a:xfrm>
          <a:prstGeom prst="rect">
            <a:avLst/>
          </a:prstGeom>
        </p:spPr>
        <p:txBody>
          <a:bodyPr vert="horz" lIns="91440" tIns="45720" rIns="91440" bIns="45720" rtlCol="0" anchor="ctr"/>
          <a:lstStyle>
            <a:defPPr>
              <a:defRPr lang="en-US"/>
            </a:defPPr>
            <a:lvl1pPr marL="0" algn="l" defTabSz="914400" rtl="0" eaLnBrk="1" latinLnBrk="0" hangingPunct="1">
              <a:defRPr sz="900" kern="1200" cap="all" spc="150" baseline="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B23B9F-B223-42FC-B961-B8BFC75D2259}" type="datetime1">
              <a:rPr lang="en-US" smtClean="0">
                <a:solidFill>
                  <a:schemeClr val="tx2">
                    <a:alpha val="60000"/>
                  </a:schemeClr>
                </a:solidFill>
              </a:rPr>
              <a:pPr/>
              <a:t>3/1/2025</a:t>
            </a:fld>
            <a:endParaRPr lang="en-US" dirty="0">
              <a:solidFill>
                <a:schemeClr val="tx2">
                  <a:alpha val="60000"/>
                </a:schemeClr>
              </a:solidFill>
            </a:endParaRPr>
          </a:p>
        </p:txBody>
      </p:sp>
      <p:sp>
        <p:nvSpPr>
          <p:cNvPr id="11" name="Footer Placeholder 4">
            <a:extLst>
              <a:ext uri="{FF2B5EF4-FFF2-40B4-BE49-F238E27FC236}">
                <a16:creationId xmlns:a16="http://schemas.microsoft.com/office/drawing/2014/main" id="{BD47C5CB-0317-4DC6-A76F-38A5BB1FD1C2}"/>
              </a:ext>
            </a:extLst>
          </p:cNvPr>
          <p:cNvSpPr txBox="1">
            <a:spLocks/>
          </p:cNvSpPr>
          <p:nvPr userDrawn="1"/>
        </p:nvSpPr>
        <p:spPr>
          <a:xfrm>
            <a:off x="4044696" y="64293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900" kern="1200" cap="all" spc="150" baseline="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2">
                    <a:alpha val="60000"/>
                  </a:schemeClr>
                </a:solidFill>
              </a:rPr>
              <a:t>Sample footer text</a:t>
            </a:r>
            <a:endParaRPr lang="en-US" dirty="0">
              <a:solidFill>
                <a:schemeClr val="tx2">
                  <a:alpha val="60000"/>
                </a:schemeClr>
              </a:solidFill>
            </a:endParaRPr>
          </a:p>
        </p:txBody>
      </p:sp>
      <p:sp>
        <p:nvSpPr>
          <p:cNvPr id="12" name="Slide Number Placeholder 5">
            <a:extLst>
              <a:ext uri="{FF2B5EF4-FFF2-40B4-BE49-F238E27FC236}">
                <a16:creationId xmlns:a16="http://schemas.microsoft.com/office/drawing/2014/main" id="{8CCF6E15-0BE7-453B-BBD4-B379C390AD22}"/>
              </a:ext>
            </a:extLst>
          </p:cNvPr>
          <p:cNvSpPr txBox="1">
            <a:spLocks/>
          </p:cNvSpPr>
          <p:nvPr userDrawn="1"/>
        </p:nvSpPr>
        <p:spPr>
          <a:xfrm>
            <a:off x="8613648" y="64293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cap="all" spc="150" baseline="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844951-7827-47D4-8276-7DDE1FA7D85A}" type="slidenum">
              <a:rPr lang="en-US" smtClean="0">
                <a:solidFill>
                  <a:schemeClr val="tx2">
                    <a:alpha val="60000"/>
                  </a:schemeClr>
                </a:solidFill>
              </a:rPr>
              <a:pPr/>
              <a:t>‹#›</a:t>
            </a:fld>
            <a:endParaRPr lang="en-US" dirty="0">
              <a:solidFill>
                <a:schemeClr val="tx2">
                  <a:alpha val="60000"/>
                </a:schemeClr>
              </a:solidFill>
            </a:endParaRPr>
          </a:p>
        </p:txBody>
      </p:sp>
      <p:sp>
        <p:nvSpPr>
          <p:cNvPr id="14" name="Picture Placeholder 13">
            <a:extLst>
              <a:ext uri="{FF2B5EF4-FFF2-40B4-BE49-F238E27FC236}">
                <a16:creationId xmlns:a16="http://schemas.microsoft.com/office/drawing/2014/main" id="{0E092228-4487-4E3A-AEE3-12DC34A061E2}"/>
              </a:ext>
            </a:extLst>
          </p:cNvPr>
          <p:cNvSpPr>
            <a:spLocks noGrp="1"/>
          </p:cNvSpPr>
          <p:nvPr>
            <p:ph type="pic" sz="quarter" idx="13"/>
          </p:nvPr>
        </p:nvSpPr>
        <p:spPr>
          <a:xfrm>
            <a:off x="7424928" y="484632"/>
            <a:ext cx="4279392" cy="2862072"/>
          </a:xfrm>
          <a:solidFill>
            <a:schemeClr val="accent6"/>
          </a:solidFill>
        </p:spPr>
        <p:txBody>
          <a:bodyPr/>
          <a:lstStyle/>
          <a:p>
            <a:r>
              <a:rPr lang="en-US"/>
              <a:t>Click icon to add picture</a:t>
            </a:r>
          </a:p>
        </p:txBody>
      </p:sp>
      <p:sp>
        <p:nvSpPr>
          <p:cNvPr id="15" name="Picture Placeholder 13">
            <a:extLst>
              <a:ext uri="{FF2B5EF4-FFF2-40B4-BE49-F238E27FC236}">
                <a16:creationId xmlns:a16="http://schemas.microsoft.com/office/drawing/2014/main" id="{6AB20921-6E7F-4BD8-9399-D18CABB64B9A}"/>
              </a:ext>
            </a:extLst>
          </p:cNvPr>
          <p:cNvSpPr>
            <a:spLocks noGrp="1"/>
          </p:cNvSpPr>
          <p:nvPr>
            <p:ph type="pic" sz="quarter" idx="14"/>
          </p:nvPr>
        </p:nvSpPr>
        <p:spPr>
          <a:xfrm>
            <a:off x="7424928" y="3511296"/>
            <a:ext cx="4279392" cy="2862072"/>
          </a:xfrm>
          <a:solidFill>
            <a:schemeClr val="accent6"/>
          </a:solidFill>
        </p:spPr>
        <p:txBody>
          <a:bodyPr/>
          <a:lstStyle/>
          <a:p>
            <a:r>
              <a:rPr lang="en-US"/>
              <a:t>Click icon to add picture</a:t>
            </a:r>
          </a:p>
        </p:txBody>
      </p:sp>
    </p:spTree>
    <p:extLst>
      <p:ext uri="{BB962C8B-B14F-4D97-AF65-F5344CB8AC3E}">
        <p14:creationId xmlns:p14="http://schemas.microsoft.com/office/powerpoint/2010/main" val="4230430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022B425-A1C3-4DFE-BF49-1B9F96D46B2A}"/>
              </a:ext>
            </a:extLst>
          </p:cNvPr>
          <p:cNvSpPr>
            <a:spLocks noGrp="1"/>
          </p:cNvSpPr>
          <p:nvPr>
            <p:ph type="title"/>
          </p:nvPr>
        </p:nvSpPr>
        <p:spPr>
          <a:xfrm>
            <a:off x="841248" y="3893769"/>
            <a:ext cx="5992550" cy="2319306"/>
          </a:xfrm>
        </p:spPr>
        <p:txBody>
          <a:bodyPr anchor="t">
            <a:normAutofit/>
          </a:bodyPr>
          <a:lstStyle/>
          <a:p>
            <a:r>
              <a:rPr lang="en-US" sz="4400">
                <a:gradFill flip="none" rotWithShape="1">
                  <a:gsLst>
                    <a:gs pos="0">
                      <a:schemeClr val="accent5">
                        <a:alpha val="70000"/>
                      </a:schemeClr>
                    </a:gs>
                    <a:gs pos="100000">
                      <a:schemeClr val="accent1">
                        <a:alpha val="70000"/>
                      </a:schemeClr>
                    </a:gs>
                  </a:gsLst>
                  <a:lin ang="0" scaled="1"/>
                  <a:tileRect/>
                </a:gradFill>
              </a:rPr>
              <a:t>Click to edit Master title style</a:t>
            </a:r>
            <a:endParaRPr lang="en-US" sz="4400" dirty="0">
              <a:gradFill flip="none" rotWithShape="1">
                <a:gsLst>
                  <a:gs pos="0">
                    <a:schemeClr val="accent5">
                      <a:alpha val="70000"/>
                    </a:schemeClr>
                  </a:gs>
                  <a:gs pos="100000">
                    <a:schemeClr val="accent1">
                      <a:alpha val="70000"/>
                    </a:schemeClr>
                  </a:gs>
                </a:gsLst>
                <a:lin ang="0" scaled="1"/>
                <a:tileRect/>
              </a:gradFill>
            </a:endParaRPr>
          </a:p>
        </p:txBody>
      </p:sp>
      <p:sp>
        <p:nvSpPr>
          <p:cNvPr id="14" name="Picture Placeholder 13">
            <a:extLst>
              <a:ext uri="{FF2B5EF4-FFF2-40B4-BE49-F238E27FC236}">
                <a16:creationId xmlns:a16="http://schemas.microsoft.com/office/drawing/2014/main" id="{2AEC60F9-EA79-4A18-B040-024AFB62FD5E}"/>
              </a:ext>
            </a:extLst>
          </p:cNvPr>
          <p:cNvSpPr>
            <a:spLocks noGrp="1"/>
          </p:cNvSpPr>
          <p:nvPr>
            <p:ph type="pic" sz="quarter" idx="13"/>
          </p:nvPr>
        </p:nvSpPr>
        <p:spPr>
          <a:xfrm>
            <a:off x="493776" y="484632"/>
            <a:ext cx="11210544" cy="3191256"/>
          </a:xfrm>
          <a:solidFill>
            <a:schemeClr val="accent6"/>
          </a:solidFill>
        </p:spPr>
        <p:txBody>
          <a:bodyPr/>
          <a:lstStyle/>
          <a:p>
            <a:r>
              <a:rPr lang="en-US"/>
              <a:t>Click icon to add picture</a:t>
            </a:r>
            <a:endParaRPr lang="en-US" dirty="0"/>
          </a:p>
        </p:txBody>
      </p:sp>
      <p:sp>
        <p:nvSpPr>
          <p:cNvPr id="9" name="Content Placeholder 2">
            <a:extLst>
              <a:ext uri="{FF2B5EF4-FFF2-40B4-BE49-F238E27FC236}">
                <a16:creationId xmlns:a16="http://schemas.microsoft.com/office/drawing/2014/main" id="{83B88B7B-A749-40EA-A140-38D1E04EFF4F}"/>
              </a:ext>
            </a:extLst>
          </p:cNvPr>
          <p:cNvSpPr>
            <a:spLocks noGrp="1"/>
          </p:cNvSpPr>
          <p:nvPr>
            <p:ph idx="1"/>
          </p:nvPr>
        </p:nvSpPr>
        <p:spPr>
          <a:xfrm>
            <a:off x="6979133" y="3893770"/>
            <a:ext cx="4377714" cy="2319306"/>
          </a:xfrm>
        </p:spPr>
        <p:txBody>
          <a:bodyPr anchor="t">
            <a:normAutofit/>
          </a:bodyPr>
          <a:lstStyle>
            <a:lvl1pPr marL="0" indent="0">
              <a:buNone/>
              <a:defRPr sz="2800"/>
            </a:lvl1pPr>
          </a:lstStyle>
          <a:p>
            <a:pPr marL="228600" lvl="0" indent="-228600"/>
            <a:r>
              <a:rPr lang="en-US" sz="1800">
                <a:solidFill>
                  <a:schemeClr val="tx2">
                    <a:alpha val="60000"/>
                  </a:schemeClr>
                </a:solidFill>
              </a:rPr>
              <a:t>Click to edit Master text styles</a:t>
            </a:r>
          </a:p>
        </p:txBody>
      </p:sp>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a:xfrm>
            <a:off x="838200" y="6418489"/>
            <a:ext cx="2743200" cy="365125"/>
          </a:xfrm>
        </p:spPr>
        <p:txBody>
          <a:bodyPr/>
          <a:lstStyle/>
          <a:p>
            <a:endParaRPr lang="en-US"/>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7613200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3520951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939876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831850" y="1709738"/>
            <a:ext cx="10515600" cy="2852737"/>
          </a:xfrm>
        </p:spPr>
        <p:txBody>
          <a:bodyPr anchor="b"/>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0901295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lvl1pPr>
              <a:defRPr sz="4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838200" y="2057399"/>
            <a:ext cx="5181600"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2057399"/>
            <a:ext cx="5181600"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4069730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076813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685800"/>
            <a:ext cx="3932237" cy="13716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685801"/>
            <a:ext cx="6172200" cy="5175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209800"/>
            <a:ext cx="3932237" cy="3659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6776152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685800"/>
            <a:ext cx="3932237" cy="13716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3188" y="685801"/>
            <a:ext cx="6172200" cy="5175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209800"/>
            <a:ext cx="3932237" cy="3659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574085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Frame 7">
            <a:extLst>
              <a:ext uri="{FF2B5EF4-FFF2-40B4-BE49-F238E27FC236}">
                <a16:creationId xmlns:a16="http://schemas.microsoft.com/office/drawing/2014/main" id="{DD7EAFE6-2BB9-41FB-9CF4-588CFC708774}"/>
              </a:ext>
            </a:extLst>
          </p:cNvPr>
          <p:cNvSpPr/>
          <p:nvPr/>
        </p:nvSpPr>
        <p:spPr>
          <a:xfrm>
            <a:off x="1524"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838200" y="68103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838200" y="2178657"/>
            <a:ext cx="10515600" cy="39983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838200" y="6429375"/>
            <a:ext cx="2743200" cy="365125"/>
          </a:xfrm>
          <a:prstGeom prst="rect">
            <a:avLst/>
          </a:prstGeom>
        </p:spPr>
        <p:txBody>
          <a:bodyPr vert="horz" lIns="91440" tIns="45720" rIns="91440" bIns="45720" rtlCol="0" anchor="ctr"/>
          <a:lstStyle>
            <a:lvl1pPr algn="l">
              <a:defRPr sz="900" cap="all" spc="150" baseline="0">
                <a:solidFill>
                  <a:srgbClr val="FFFFFF"/>
                </a:solidFill>
              </a:defRPr>
            </a:lvl1pPr>
          </a:lstStyle>
          <a:p>
            <a:endParaRPr lang="en-US" dirty="0"/>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038600" y="6429375"/>
            <a:ext cx="4114800" cy="365125"/>
          </a:xfrm>
          <a:prstGeom prst="rect">
            <a:avLst/>
          </a:prstGeom>
        </p:spPr>
        <p:txBody>
          <a:bodyPr vert="horz" lIns="91440" tIns="45720" rIns="91440" bIns="45720" rtlCol="0" anchor="ctr"/>
          <a:lstStyle>
            <a:lvl1pPr algn="ctr">
              <a:defRPr sz="900" cap="all" spc="150" baseline="0">
                <a:solidFill>
                  <a:srgbClr val="FFFFFF"/>
                </a:solidFill>
              </a:defRPr>
            </a:lvl1pPr>
          </a:lstStyle>
          <a:p>
            <a:endParaRPr lang="en-US">
              <a:solidFill>
                <a:srgbClr val="FFFFFF"/>
              </a:solidFill>
            </a:endParaRPr>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8610600" y="6429375"/>
            <a:ext cx="2743200" cy="365125"/>
          </a:xfrm>
          <a:prstGeom prst="rect">
            <a:avLst/>
          </a:prstGeom>
        </p:spPr>
        <p:txBody>
          <a:bodyPr vert="horz" lIns="91440" tIns="45720" rIns="91440" bIns="45720" rtlCol="0" anchor="ctr"/>
          <a:lstStyle>
            <a:lvl1pPr algn="r">
              <a:defRPr sz="900" cap="all" spc="150" baseline="0">
                <a:solidFill>
                  <a:srgbClr val="FFFFFF"/>
                </a:solidFill>
              </a:defRPr>
            </a:lvl1pPr>
          </a:lstStyle>
          <a:p>
            <a:fld id="{28844951-7827-47D4-8276-7DDE1FA7D85A}" type="slidenum">
              <a:rPr lang="en-US" smtClean="0"/>
              <a:pPr/>
              <a:t>‹#›</a:t>
            </a:fld>
            <a:endParaRPr lang="en-US"/>
          </a:p>
        </p:txBody>
      </p:sp>
    </p:spTree>
    <p:extLst>
      <p:ext uri="{BB962C8B-B14F-4D97-AF65-F5344CB8AC3E}">
        <p14:creationId xmlns:p14="http://schemas.microsoft.com/office/powerpoint/2010/main" val="2314514164"/>
      </p:ext>
    </p:extLst>
  </p:cSld>
  <p:clrMap bg1="lt1" tx1="dk1" bg2="lt2" tx2="dk2" accent1="accent1" accent2="accent2" accent3="accent3" accent4="accent4" accent5="accent5" accent6="accent6" hlink="hlink" folHlink="folHlink"/>
  <p:sldLayoutIdLst>
    <p:sldLayoutId id="2147483697" r:id="rId1"/>
    <p:sldLayoutId id="2147483696" r:id="rId2"/>
    <p:sldLayoutId id="2147483699" r:id="rId3"/>
    <p:sldLayoutId id="2147483698" r:id="rId4"/>
    <p:sldLayoutId id="2147483686" r:id="rId5"/>
    <p:sldLayoutId id="2147483700" r:id="rId6"/>
    <p:sldLayoutId id="2147483705" r:id="rId7"/>
    <p:sldLayoutId id="2147483689" r:id="rId8"/>
    <p:sldLayoutId id="2147483704" r:id="rId9"/>
    <p:sldLayoutId id="2147483702" r:id="rId10"/>
    <p:sldLayoutId id="2147483701" r:id="rId11"/>
    <p:sldLayoutId id="2147483703" r:id="rId12"/>
    <p:sldLayoutId id="2147483685" r:id="rId13"/>
    <p:sldLayoutId id="2147483687" r:id="rId14"/>
    <p:sldLayoutId id="2147483688" r:id="rId15"/>
    <p:sldLayoutId id="2147483690" r:id="rId16"/>
    <p:sldLayoutId id="2147483692" r:id="rId17"/>
    <p:sldLayoutId id="2147483693" r:id="rId18"/>
  </p:sldLayoutIdLst>
  <p:hf hdr="0" dt="0"/>
  <p:txStyles>
    <p:titleStyle>
      <a:lvl1pPr marL="0" algn="l" defTabSz="914400" rtl="0" eaLnBrk="1" latinLnBrk="0" hangingPunct="1">
        <a:lnSpc>
          <a:spcPct val="90000"/>
        </a:lnSpc>
        <a:spcBef>
          <a:spcPct val="0"/>
        </a:spcBef>
        <a:buNone/>
        <a:defRPr lang="en-US" sz="5200" kern="1200" dirty="0">
          <a:gradFill flip="none" rotWithShape="1">
            <a:gsLst>
              <a:gs pos="0">
                <a:schemeClr val="accent5"/>
              </a:gs>
              <a:gs pos="100000">
                <a:schemeClr val="accent1">
                  <a:alpha val="70000"/>
                </a:schemeClr>
              </a:gs>
            </a:gsLst>
            <a:lin ang="0" scaled="1"/>
            <a:tileRect/>
          </a:gradFill>
          <a:latin typeface="+mj-lt"/>
          <a:ea typeface="+mn-ea"/>
          <a:cs typeface="Angsana New" panose="02020603050405020304" pitchFamily="18" charset="-34"/>
        </a:defRPr>
      </a:lvl1pPr>
    </p:titleStyle>
    <p:bodyStyle>
      <a:lvl1pPr marL="457200" indent="-228600" algn="l" defTabSz="914400" rtl="0" eaLnBrk="1" latinLnBrk="0" hangingPunct="1">
        <a:lnSpc>
          <a:spcPct val="110000"/>
        </a:lnSpc>
        <a:spcBef>
          <a:spcPts val="1000"/>
        </a:spcBef>
        <a:buClr>
          <a:schemeClr val="tx2">
            <a:lumMod val="10000"/>
            <a:lumOff val="90000"/>
          </a:schemeClr>
        </a:buClr>
        <a:buSzPct val="80000"/>
        <a:buFont typeface="Wingdings" panose="05000000000000000000" pitchFamily="2" charset="2"/>
        <a:buChar char="§"/>
        <a:defRPr sz="3200" kern="1200">
          <a:solidFill>
            <a:schemeClr val="tx2">
              <a:alpha val="70000"/>
            </a:schemeClr>
          </a:solidFill>
          <a:latin typeface="+mn-lt"/>
          <a:ea typeface="+mn-ea"/>
          <a:cs typeface="+mn-cs"/>
        </a:defRPr>
      </a:lvl1pPr>
      <a:lvl2pPr marL="8001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800" kern="1200">
          <a:solidFill>
            <a:schemeClr val="tx2">
              <a:alpha val="70000"/>
            </a:schemeClr>
          </a:solidFill>
          <a:latin typeface="+mn-lt"/>
          <a:ea typeface="+mn-ea"/>
          <a:cs typeface="+mn-cs"/>
        </a:defRPr>
      </a:lvl2pPr>
      <a:lvl3pPr marL="12573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400" kern="1200">
          <a:solidFill>
            <a:schemeClr val="tx2">
              <a:alpha val="70000"/>
            </a:schemeClr>
          </a:solidFill>
          <a:latin typeface="+mn-lt"/>
          <a:ea typeface="+mn-ea"/>
          <a:cs typeface="+mn-cs"/>
        </a:defRPr>
      </a:lvl3pPr>
      <a:lvl4pPr marL="16573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4pPr>
      <a:lvl5pPr marL="21145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9A7C78-91FD-4B88-953D-5A4363761BD1}"/>
              </a:ext>
            </a:extLst>
          </p:cNvPr>
          <p:cNvSpPr>
            <a:spLocks noGrp="1"/>
          </p:cNvSpPr>
          <p:nvPr>
            <p:ph type="ctrTitle"/>
          </p:nvPr>
        </p:nvSpPr>
        <p:spPr>
          <a:xfrm>
            <a:off x="298523" y="914262"/>
            <a:ext cx="11197389" cy="2995953"/>
          </a:xfrm>
        </p:spPr>
        <p:txBody>
          <a:bodyPr anchor="b" anchorCtr="0">
            <a:normAutofit/>
          </a:bodyPr>
          <a:lstStyle/>
          <a:p>
            <a:r>
              <a:rPr lang="en-US" sz="3600" dirty="0">
                <a:latin typeface="Times New Roman" panose="02020603050405020304" pitchFamily="18" charset="0"/>
                <a:cs typeface="Times New Roman" panose="02020603050405020304" pitchFamily="18" charset="0"/>
              </a:rPr>
              <a:t>Research Experience for Undergraduate(REU)</a:t>
            </a:r>
            <a:br>
              <a:rPr lang="en-US" sz="3600" dirty="0">
                <a:latin typeface="Times New Roman" panose="02020603050405020304" pitchFamily="18" charset="0"/>
                <a:cs typeface="Times New Roman" panose="02020603050405020304" pitchFamily="18" charset="0"/>
              </a:rPr>
            </a:br>
            <a:r>
              <a:rPr lang="en-US" sz="4800" b="0" i="0" u="none" strike="noStrike" baseline="0" dirty="0">
                <a:solidFill>
                  <a:schemeClr val="bg2"/>
                </a:solidFill>
                <a:latin typeface="Calibri" panose="020F0502020204030204" pitchFamily="34" charset="0"/>
              </a:rPr>
              <a:t>Estimation of the State of Health of the Li-ion Battery for EV Applications </a:t>
            </a:r>
            <a:br>
              <a:rPr lang="en-US" sz="5400"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5" name="Subtitle 4">
            <a:extLst>
              <a:ext uri="{FF2B5EF4-FFF2-40B4-BE49-F238E27FC236}">
                <a16:creationId xmlns:a16="http://schemas.microsoft.com/office/drawing/2014/main" id="{AD04BED3-CF2E-4CAD-8CE8-ED3ED12AEBD6}"/>
              </a:ext>
            </a:extLst>
          </p:cNvPr>
          <p:cNvSpPr>
            <a:spLocks noGrp="1"/>
          </p:cNvSpPr>
          <p:nvPr>
            <p:ph type="body" sz="quarter" idx="15"/>
          </p:nvPr>
        </p:nvSpPr>
        <p:spPr>
          <a:xfrm>
            <a:off x="2693504" y="3429000"/>
            <a:ext cx="7073210" cy="3110948"/>
          </a:xfrm>
        </p:spPr>
        <p:txBody>
          <a:bodyPr>
            <a:normAutofit fontScale="47500" lnSpcReduction="20000"/>
          </a:bodyPr>
          <a:lstStyle/>
          <a:p>
            <a:r>
              <a:rPr lang="en-US" sz="4200" dirty="0">
                <a:latin typeface="Times New Roman" panose="02020603050405020304" pitchFamily="18" charset="0"/>
                <a:cs typeface="Times New Roman" panose="02020603050405020304" pitchFamily="18" charset="0"/>
              </a:rPr>
              <a:t>Presenter name</a:t>
            </a:r>
          </a:p>
          <a:p>
            <a:r>
              <a:rPr lang="en-US" sz="4200" b="1" dirty="0">
                <a:solidFill>
                  <a:srgbClr val="201449"/>
                </a:solidFill>
                <a:latin typeface="Times New Roman" panose="02020603050405020304" pitchFamily="18" charset="0"/>
                <a:cs typeface="Times New Roman" panose="02020603050405020304" pitchFamily="18" charset="0"/>
              </a:rPr>
              <a:t>Anusha Arun Yaligar</a:t>
            </a:r>
          </a:p>
          <a:p>
            <a:r>
              <a:rPr lang="en-US" sz="4200" b="1" dirty="0">
                <a:solidFill>
                  <a:srgbClr val="201449"/>
                </a:solidFill>
                <a:latin typeface="Times New Roman" panose="02020603050405020304" pitchFamily="18" charset="0"/>
                <a:cs typeface="Times New Roman" panose="02020603050405020304" pitchFamily="18" charset="0"/>
              </a:rPr>
              <a:t>USN: 01FE21BEE112</a:t>
            </a:r>
          </a:p>
          <a:p>
            <a:endParaRPr lang="en-US" sz="3600" b="1" dirty="0">
              <a:solidFill>
                <a:srgbClr val="201449"/>
              </a:solidFill>
              <a:latin typeface="Times New Roman" panose="02020603050405020304" pitchFamily="18" charset="0"/>
              <a:cs typeface="Times New Roman" panose="02020603050405020304" pitchFamily="18" charset="0"/>
            </a:endParaRPr>
          </a:p>
          <a:p>
            <a:r>
              <a:rPr lang="en-US" sz="3300" dirty="0">
                <a:latin typeface="Times New Roman" panose="02020603050405020304" pitchFamily="18" charset="0"/>
                <a:cs typeface="Times New Roman" panose="02020603050405020304" pitchFamily="18" charset="0"/>
              </a:rPr>
              <a:t>Under the Guidance of : </a:t>
            </a:r>
            <a:r>
              <a:rPr lang="en-US" sz="3300" dirty="0">
                <a:solidFill>
                  <a:srgbClr val="201449"/>
                </a:solidFill>
                <a:latin typeface="Times New Roman" panose="02020603050405020304" pitchFamily="18" charset="0"/>
                <a:cs typeface="Times New Roman" panose="02020603050405020304" pitchFamily="18" charset="0"/>
              </a:rPr>
              <a:t> Mr.</a:t>
            </a:r>
            <a:r>
              <a:rPr lang="en-IN" sz="3300" b="0" i="0" u="none" strike="noStrike" baseline="0" dirty="0">
                <a:solidFill>
                  <a:srgbClr val="000000"/>
                </a:solidFill>
                <a:latin typeface="Calibri" panose="020F0502020204030204" pitchFamily="34" charset="0"/>
              </a:rPr>
              <a:t> Anoop Kumar Patil</a:t>
            </a:r>
            <a:r>
              <a:rPr lang="en-IN" sz="1800" b="0" i="0" u="none" strike="noStrike" baseline="0" dirty="0">
                <a:solidFill>
                  <a:srgbClr val="000000"/>
                </a:solidFill>
                <a:latin typeface="Calibri" panose="020F0502020204030204" pitchFamily="34" charset="0"/>
              </a:rPr>
              <a:t>	</a:t>
            </a:r>
          </a:p>
          <a:p>
            <a:endParaRPr lang="en-US" dirty="0">
              <a:solidFill>
                <a:srgbClr val="201449"/>
              </a:solidFill>
              <a:latin typeface="Times New Roman" panose="02020603050405020304" pitchFamily="18" charset="0"/>
              <a:cs typeface="Times New Roman" panose="02020603050405020304" pitchFamily="18" charset="0"/>
            </a:endParaRPr>
          </a:p>
          <a:p>
            <a:r>
              <a:rPr lang="en-US" sz="3300" spc="-30" dirty="0">
                <a:effectLst/>
                <a:latin typeface="Times New Roman" panose="02020603050405020304" pitchFamily="18" charset="0"/>
                <a:ea typeface="Times New Roman" panose="02020603050405020304" pitchFamily="18" charset="0"/>
                <a:cs typeface="Times New Roman" panose="02020603050405020304" pitchFamily="18" charset="0"/>
              </a:rPr>
              <a:t>Head of School</a:t>
            </a:r>
            <a:r>
              <a:rPr lang="en-US" sz="3100" spc="-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3300" b="0" i="0" u="none" strike="noStrike" baseline="0" dirty="0">
                <a:solidFill>
                  <a:srgbClr val="000000"/>
                </a:solidFill>
                <a:latin typeface="Calibri" panose="020F0502020204030204" pitchFamily="34" charset="0"/>
              </a:rPr>
              <a:t>Dr. Saroja V </a:t>
            </a:r>
            <a:r>
              <a:rPr lang="en-IN" sz="3300" b="0" i="0" u="none" strike="noStrike" baseline="0" dirty="0" err="1">
                <a:solidFill>
                  <a:srgbClr val="000000"/>
                </a:solidFill>
                <a:latin typeface="Calibri" panose="020F0502020204030204" pitchFamily="34" charset="0"/>
              </a:rPr>
              <a:t>Siddamal</a:t>
            </a:r>
            <a:r>
              <a:rPr lang="en-IN" sz="3300" b="0" i="0" u="none" strike="noStrike" baseline="0" dirty="0">
                <a:solidFill>
                  <a:srgbClr val="000000"/>
                </a:solidFill>
                <a:latin typeface="Calibri" panose="020F0502020204030204" pitchFamily="34" charset="0"/>
              </a:rPr>
              <a:t> 	</a:t>
            </a:r>
          </a:p>
          <a:p>
            <a:r>
              <a:rPr lang="en-US" sz="3300" dirty="0">
                <a:latin typeface="Times New Roman" panose="02020603050405020304" pitchFamily="18" charset="0"/>
                <a:cs typeface="Times New Roman" panose="02020603050405020304" pitchFamily="18" charset="0"/>
              </a:rPr>
              <a:t>Date: 01-03-2025</a:t>
            </a:r>
          </a:p>
          <a:p>
            <a:endParaRPr lang="en-US" dirty="0"/>
          </a:p>
        </p:txBody>
      </p:sp>
      <p:sp>
        <p:nvSpPr>
          <p:cNvPr id="3" name="Title 3">
            <a:extLst>
              <a:ext uri="{FF2B5EF4-FFF2-40B4-BE49-F238E27FC236}">
                <a16:creationId xmlns:a16="http://schemas.microsoft.com/office/drawing/2014/main" id="{2E9A7C78-91FD-4B88-953D-5A4363761BD1}"/>
              </a:ext>
            </a:extLst>
          </p:cNvPr>
          <p:cNvSpPr txBox="1">
            <a:spLocks/>
          </p:cNvSpPr>
          <p:nvPr/>
        </p:nvSpPr>
        <p:spPr>
          <a:xfrm>
            <a:off x="-3497703" y="-2690325"/>
            <a:ext cx="11197389" cy="1686473"/>
          </a:xfrm>
          <a:prstGeom prst="rect">
            <a:avLst/>
          </a:prstGeom>
        </p:spPr>
        <p:txBody>
          <a:bodyPr vert="horz" lIns="91440" tIns="45720" rIns="91440" bIns="45720" rtlCol="0" anchor="b" anchorCtr="0">
            <a:normAutofit fontScale="75000" lnSpcReduction="20000"/>
          </a:bodyPr>
          <a:lstStyle>
            <a:lvl1pPr marL="0" algn="ctr" defTabSz="914400" rtl="0" eaLnBrk="1" latinLnBrk="0" hangingPunct="1">
              <a:lnSpc>
                <a:spcPct val="90000"/>
              </a:lnSpc>
              <a:spcBef>
                <a:spcPct val="0"/>
              </a:spcBef>
              <a:buNone/>
              <a:defRPr lang="en-US" sz="5200" kern="1200">
                <a:solidFill>
                  <a:schemeClr val="bg1"/>
                </a:solidFill>
                <a:latin typeface="+mj-lt"/>
                <a:ea typeface="+mn-ea"/>
                <a:cs typeface="Angsana New" panose="02020603050405020304" pitchFamily="18" charset="-34"/>
              </a:defRPr>
            </a:lvl1pPr>
          </a:lstStyle>
          <a:p>
            <a:r>
              <a:rPr lang="en-US" sz="3600" dirty="0">
                <a:cs typeface="Arial" panose="020B0604020202020204" pitchFamily="34" charset="0"/>
              </a:rPr>
              <a:t>Research Experience for Undergraduate(REU)</a:t>
            </a:r>
            <a:br>
              <a:rPr lang="en-US" sz="3600" dirty="0">
                <a:cs typeface="Arial" panose="020B0604020202020204" pitchFamily="34" charset="0"/>
              </a:rPr>
            </a:br>
            <a:r>
              <a:rPr lang="en-US" sz="4900" dirty="0">
                <a:cs typeface="Arial" panose="020B0604020202020204" pitchFamily="34" charset="0"/>
              </a:rPr>
              <a:t>Unlocking the Potential of Al₂O₃-CuO Binary Nanocomposite for sup</a:t>
            </a:r>
            <a:r>
              <a:rPr lang="en-US" sz="4900" spc="-145" dirty="0">
                <a:cs typeface="Arial"/>
              </a:rPr>
              <a:t>ercapacitors</a:t>
            </a:r>
            <a:br>
              <a:rPr lang="en-US" sz="5400" dirty="0">
                <a:cs typeface="Arial"/>
              </a:rPr>
            </a:br>
            <a:endParaRPr lang="en-US" dirty="0"/>
          </a:p>
        </p:txBody>
      </p:sp>
      <p:pic>
        <p:nvPicPr>
          <p:cNvPr id="6" name="Picture 6" descr="( in )">
            <a:extLst>
              <a:ext uri="{FF2B5EF4-FFF2-40B4-BE49-F238E27FC236}">
                <a16:creationId xmlns:a16="http://schemas.microsoft.com/office/drawing/2014/main" id="{58A7BB1E-91FB-6A54-A061-E63F0C39D7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648" y="153228"/>
            <a:ext cx="3305175" cy="6477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7">
            <a:extLst>
              <a:ext uri="{FF2B5EF4-FFF2-40B4-BE49-F238E27FC236}">
                <a16:creationId xmlns:a16="http://schemas.microsoft.com/office/drawing/2014/main" id="{8A9C474C-02A2-FAAC-2750-6B06CE6B3E6A}"/>
              </a:ext>
            </a:extLst>
          </p:cNvPr>
          <p:cNvSpPr txBox="1">
            <a:spLocks/>
          </p:cNvSpPr>
          <p:nvPr/>
        </p:nvSpPr>
        <p:spPr>
          <a:xfrm>
            <a:off x="10489095" y="635738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844951-7827-47D4-8276-7DDE1FA7D85A}" type="slidenum">
              <a:rPr lang="en-US" smtClean="0">
                <a:solidFill>
                  <a:schemeClr val="bg1"/>
                </a:solidFill>
              </a:rPr>
              <a:pPr/>
              <a:t>1</a:t>
            </a:fld>
            <a:endParaRPr lang="en-US" dirty="0">
              <a:solidFill>
                <a:schemeClr val="bg1"/>
              </a:solidFill>
            </a:endParaRPr>
          </a:p>
        </p:txBody>
      </p:sp>
    </p:spTree>
    <p:extLst>
      <p:ext uri="{BB962C8B-B14F-4D97-AF65-F5344CB8AC3E}">
        <p14:creationId xmlns:p14="http://schemas.microsoft.com/office/powerpoint/2010/main" val="703580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57686-487A-4245-814E-58B1C25C675C}"/>
              </a:ext>
            </a:extLst>
          </p:cNvPr>
          <p:cNvSpPr>
            <a:spLocks noGrp="1"/>
          </p:cNvSpPr>
          <p:nvPr>
            <p:ph type="title"/>
          </p:nvPr>
        </p:nvSpPr>
        <p:spPr>
          <a:xfrm>
            <a:off x="838200" y="914399"/>
            <a:ext cx="5992550" cy="2827422"/>
          </a:xfrm>
        </p:spPr>
        <p:txBody>
          <a:bodyPr/>
          <a:lstStyle/>
          <a:p>
            <a:r>
              <a:rPr lang="en-US" dirty="0">
                <a:latin typeface="Times New Roman" panose="02020603050405020304" pitchFamily="18" charset="0"/>
                <a:cs typeface="Times New Roman" panose="02020603050405020304" pitchFamily="18" charset="0"/>
              </a:rPr>
              <a:t>Overview</a:t>
            </a:r>
          </a:p>
        </p:txBody>
      </p:sp>
      <p:sp>
        <p:nvSpPr>
          <p:cNvPr id="3" name="Content Placeholder 2">
            <a:extLst>
              <a:ext uri="{FF2B5EF4-FFF2-40B4-BE49-F238E27FC236}">
                <a16:creationId xmlns:a16="http://schemas.microsoft.com/office/drawing/2014/main" id="{DB6566BB-9632-4FD7-9FFC-FD3C43D3954E}"/>
              </a:ext>
            </a:extLst>
          </p:cNvPr>
          <p:cNvSpPr>
            <a:spLocks noGrp="1"/>
          </p:cNvSpPr>
          <p:nvPr>
            <p:ph idx="1"/>
          </p:nvPr>
        </p:nvSpPr>
        <p:spPr>
          <a:xfrm>
            <a:off x="4709492" y="1385887"/>
            <a:ext cx="6887816" cy="4845948"/>
          </a:xfrm>
        </p:spPr>
        <p:txBody>
          <a:bodyPr>
            <a:noAutofit/>
          </a:bodyPr>
          <a:lstStyle/>
          <a:p>
            <a:r>
              <a:rPr lang="en-US" b="1" dirty="0">
                <a:latin typeface="Times New Roman" panose="02020603050405020304" pitchFamily="18" charset="0"/>
                <a:cs typeface="Times New Roman" panose="02020603050405020304" pitchFamily="18" charset="0"/>
              </a:rPr>
              <a:t>Introduction</a:t>
            </a:r>
          </a:p>
          <a:p>
            <a:r>
              <a:rPr lang="en-US" b="1" dirty="0">
                <a:latin typeface="Times New Roman" panose="02020603050405020304" pitchFamily="18" charset="0"/>
                <a:cs typeface="Times New Roman" panose="02020603050405020304" pitchFamily="18" charset="0"/>
              </a:rPr>
              <a:t>Literature Review</a:t>
            </a:r>
          </a:p>
          <a:p>
            <a:r>
              <a:rPr lang="en-US" b="1" dirty="0">
                <a:latin typeface="Times New Roman" panose="02020603050405020304" pitchFamily="18" charset="0"/>
                <a:cs typeface="Times New Roman" panose="02020603050405020304" pitchFamily="18" charset="0"/>
              </a:rPr>
              <a:t>Objective </a:t>
            </a:r>
          </a:p>
          <a:p>
            <a:r>
              <a:rPr lang="en-US" b="1" dirty="0">
                <a:latin typeface="Times New Roman" panose="02020603050405020304" pitchFamily="18" charset="0"/>
                <a:cs typeface="Times New Roman" panose="02020603050405020304" pitchFamily="18" charset="0"/>
              </a:rPr>
              <a:t>Methodology</a:t>
            </a:r>
          </a:p>
          <a:p>
            <a:r>
              <a:rPr lang="en-US" b="1" dirty="0">
                <a:latin typeface="Times New Roman" panose="02020603050405020304" pitchFamily="18" charset="0"/>
                <a:cs typeface="Times New Roman" panose="02020603050405020304" pitchFamily="18" charset="0"/>
              </a:rPr>
              <a:t>Implementation</a:t>
            </a:r>
          </a:p>
          <a:p>
            <a:r>
              <a:rPr lang="en-US" b="1" dirty="0">
                <a:latin typeface="Times New Roman" panose="02020603050405020304" pitchFamily="18" charset="0"/>
                <a:cs typeface="Times New Roman" panose="02020603050405020304" pitchFamily="18" charset="0"/>
              </a:rPr>
              <a:t>Results</a:t>
            </a:r>
          </a:p>
          <a:p>
            <a:r>
              <a:rPr lang="en-US" b="1" dirty="0">
                <a:latin typeface="Times New Roman" panose="02020603050405020304" pitchFamily="18" charset="0"/>
                <a:cs typeface="Times New Roman" panose="02020603050405020304" pitchFamily="18" charset="0"/>
              </a:rPr>
              <a:t>Conclusion</a:t>
            </a:r>
          </a:p>
        </p:txBody>
      </p:sp>
      <p:sp>
        <p:nvSpPr>
          <p:cNvPr id="18" name="Slide Number Placeholder 17">
            <a:extLst>
              <a:ext uri="{FF2B5EF4-FFF2-40B4-BE49-F238E27FC236}">
                <a16:creationId xmlns:a16="http://schemas.microsoft.com/office/drawing/2014/main" id="{41898C30-E58E-4EC9-8A27-DF1822A9863B}"/>
              </a:ext>
            </a:extLst>
          </p:cNvPr>
          <p:cNvSpPr>
            <a:spLocks noGrp="1"/>
          </p:cNvSpPr>
          <p:nvPr>
            <p:ph type="sldNum" sz="quarter" idx="12"/>
          </p:nvPr>
        </p:nvSpPr>
        <p:spPr>
          <a:xfrm>
            <a:off x="8610600" y="6429375"/>
            <a:ext cx="2743200" cy="365125"/>
          </a:xfrm>
        </p:spPr>
        <p:txBody>
          <a:bodyPr/>
          <a:lstStyle/>
          <a:p>
            <a:fld id="{28844951-7827-47D4-8276-7DDE1FA7D85A}" type="slidenum">
              <a:rPr lang="en-US" b="1" smtClean="0"/>
              <a:pPr/>
              <a:t>2</a:t>
            </a:fld>
            <a:endParaRPr lang="en-US" b="1" dirty="0"/>
          </a:p>
        </p:txBody>
      </p:sp>
      <p:sp>
        <p:nvSpPr>
          <p:cNvPr id="4" name="Footer Placeholder 3">
            <a:extLst>
              <a:ext uri="{FF2B5EF4-FFF2-40B4-BE49-F238E27FC236}">
                <a16:creationId xmlns:a16="http://schemas.microsoft.com/office/drawing/2014/main" id="{A7623428-FADE-C650-6FFE-8EC42936F339}"/>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262346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49352-2AB0-4ADD-96B9-AB0FAECB557C}"/>
              </a:ext>
            </a:extLst>
          </p:cNvPr>
          <p:cNvSpPr>
            <a:spLocks noGrp="1"/>
          </p:cNvSpPr>
          <p:nvPr>
            <p:ph type="title"/>
          </p:nvPr>
        </p:nvSpPr>
        <p:spPr>
          <a:xfrm>
            <a:off x="574235" y="-370371"/>
            <a:ext cx="6442791" cy="1235213"/>
          </a:xfrm>
        </p:spPr>
        <p:txBody>
          <a:bodyPr/>
          <a:lstStyle/>
          <a:p>
            <a:r>
              <a:rPr lang="en-US" dirty="0">
                <a:latin typeface="Times New Roman" panose="02020603050405020304" pitchFamily="18" charset="0"/>
                <a:cs typeface="Times New Roman" panose="02020603050405020304" pitchFamily="18" charset="0"/>
              </a:rPr>
              <a:t>Introduction</a:t>
            </a:r>
          </a:p>
        </p:txBody>
      </p:sp>
      <p:sp>
        <p:nvSpPr>
          <p:cNvPr id="18" name="Slide Number Placeholder 17">
            <a:extLst>
              <a:ext uri="{FF2B5EF4-FFF2-40B4-BE49-F238E27FC236}">
                <a16:creationId xmlns:a16="http://schemas.microsoft.com/office/drawing/2014/main" id="{7CCCE07D-3B17-42EC-AE9C-222D13143DF6}"/>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3</a:t>
            </a:fld>
            <a:endParaRPr lang="en-US"/>
          </a:p>
        </p:txBody>
      </p:sp>
      <p:sp>
        <p:nvSpPr>
          <p:cNvPr id="15" name="Rectangle 1">
            <a:extLst>
              <a:ext uri="{FF2B5EF4-FFF2-40B4-BE49-F238E27FC236}">
                <a16:creationId xmlns:a16="http://schemas.microsoft.com/office/drawing/2014/main" id="{A9D5AAF7-1C23-FBD9-9500-0EFFB33DA9BC}"/>
              </a:ext>
            </a:extLst>
          </p:cNvPr>
          <p:cNvSpPr>
            <a:spLocks noGrp="1" noChangeArrowheads="1"/>
          </p:cNvSpPr>
          <p:nvPr>
            <p:ph idx="1"/>
          </p:nvPr>
        </p:nvSpPr>
        <p:spPr bwMode="auto">
          <a:xfrm>
            <a:off x="838199" y="1061699"/>
            <a:ext cx="10646409" cy="5242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solidFill>
                  <a:schemeClr val="tx1">
                    <a:lumMod val="95000"/>
                    <a:lumOff val="5000"/>
                    <a:alpha val="70000"/>
                  </a:schemeClr>
                </a:solidFill>
              </a:rPr>
              <a:t>Lithium-ion (Li-ion) batteries are widely used in electric vehicles, renewable energy storage, and portable devices due to their high energy density and long cycle life. However, their performance and safety depend on the State of Health (</a:t>
            </a:r>
            <a:r>
              <a:rPr lang="en-US" dirty="0" err="1">
                <a:solidFill>
                  <a:schemeClr val="tx1">
                    <a:lumMod val="95000"/>
                    <a:lumOff val="5000"/>
                    <a:alpha val="70000"/>
                  </a:schemeClr>
                </a:solidFill>
              </a:rPr>
              <a:t>SoH</a:t>
            </a:r>
            <a:r>
              <a:rPr lang="en-US" dirty="0">
                <a:solidFill>
                  <a:schemeClr val="tx1">
                    <a:lumMod val="95000"/>
                    <a:lumOff val="5000"/>
                    <a:alpha val="70000"/>
                  </a:schemeClr>
                </a:solidFill>
              </a:rPr>
              <a:t>), which indicates their ability to store and deliver energy efficiently as they age. Accurate </a:t>
            </a:r>
            <a:r>
              <a:rPr lang="en-US" dirty="0" err="1">
                <a:solidFill>
                  <a:schemeClr val="tx1">
                    <a:lumMod val="95000"/>
                    <a:lumOff val="5000"/>
                    <a:alpha val="70000"/>
                  </a:schemeClr>
                </a:solidFill>
              </a:rPr>
              <a:t>SoH</a:t>
            </a:r>
            <a:r>
              <a:rPr lang="en-US" dirty="0">
                <a:solidFill>
                  <a:schemeClr val="tx1">
                    <a:lumMod val="95000"/>
                    <a:lumOff val="5000"/>
                    <a:alpha val="70000"/>
                  </a:schemeClr>
                </a:solidFill>
              </a:rPr>
              <a:t> estimation is crucial for optimizing battery usage and ensuring safety.</a:t>
            </a:r>
          </a:p>
          <a:p>
            <a:pPr algn="just"/>
            <a:r>
              <a:rPr lang="en-US" dirty="0">
                <a:solidFill>
                  <a:schemeClr val="tx1">
                    <a:lumMod val="95000"/>
                    <a:lumOff val="5000"/>
                    <a:alpha val="70000"/>
                  </a:schemeClr>
                </a:solidFill>
              </a:rPr>
              <a:t>Traditional </a:t>
            </a:r>
            <a:r>
              <a:rPr lang="en-US" dirty="0" err="1">
                <a:solidFill>
                  <a:schemeClr val="tx1">
                    <a:lumMod val="95000"/>
                    <a:lumOff val="5000"/>
                    <a:alpha val="70000"/>
                  </a:schemeClr>
                </a:solidFill>
              </a:rPr>
              <a:t>SoH</a:t>
            </a:r>
            <a:r>
              <a:rPr lang="en-US" dirty="0">
                <a:solidFill>
                  <a:schemeClr val="tx1">
                    <a:lumMod val="95000"/>
                    <a:lumOff val="5000"/>
                    <a:alpha val="70000"/>
                  </a:schemeClr>
                </a:solidFill>
              </a:rPr>
              <a:t> estimation methods, such as Coulomb counting and impedance spectroscopy, are limited by complex calculations and high computational costs. In contrast, data-driven machine learning approaches offer improved accuracy by modeling complex battery behaviors without relying on physical models. Techniques like Support Vector Regression (SVR), Long Short-Term Memory (LSTM) networks, and Feedforward Neural Networks (FNNs) have shown promising results.</a:t>
            </a:r>
          </a:p>
          <a:p>
            <a:pPr algn="just"/>
            <a:r>
              <a:rPr lang="en-US" dirty="0">
                <a:solidFill>
                  <a:schemeClr val="tx1">
                    <a:lumMod val="95000"/>
                    <a:lumOff val="5000"/>
                    <a:alpha val="70000"/>
                  </a:schemeClr>
                </a:solidFill>
              </a:rPr>
              <a:t>This study proposes a Backpropagation Neural Network for Li-ion battery </a:t>
            </a:r>
            <a:r>
              <a:rPr lang="en-US" dirty="0" err="1">
                <a:solidFill>
                  <a:schemeClr val="tx1">
                    <a:lumMod val="95000"/>
                    <a:lumOff val="5000"/>
                    <a:alpha val="70000"/>
                  </a:schemeClr>
                </a:solidFill>
              </a:rPr>
              <a:t>SoH</a:t>
            </a:r>
            <a:r>
              <a:rPr lang="en-US" dirty="0">
                <a:solidFill>
                  <a:schemeClr val="tx1">
                    <a:lumMod val="95000"/>
                    <a:lumOff val="5000"/>
                    <a:alpha val="70000"/>
                  </a:schemeClr>
                </a:solidFill>
              </a:rPr>
              <a:t> estimation, leveraging temperature, voltage, and current data to capture non-linear aging patterns. The model is validated against existing methods, demonstrating superior accuracy and computational efficiency, contributing to more reliable battery health prediction systems.</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endParaRPr>
          </a:p>
        </p:txBody>
      </p:sp>
      <p:sp>
        <p:nvSpPr>
          <p:cNvPr id="3" name="Footer Placeholder 2">
            <a:extLst>
              <a:ext uri="{FF2B5EF4-FFF2-40B4-BE49-F238E27FC236}">
                <a16:creationId xmlns:a16="http://schemas.microsoft.com/office/drawing/2014/main" id="{491DEE57-8C07-4A76-989E-C42E2F33A125}"/>
              </a:ext>
            </a:extLst>
          </p:cNvPr>
          <p:cNvSpPr>
            <a:spLocks noGrp="1"/>
          </p:cNvSpPr>
          <p:nvPr>
            <p:ph type="ftr" sz="quarter" idx="11"/>
          </p:nvPr>
        </p:nvSpPr>
        <p:spPr>
          <a:xfrm>
            <a:off x="11484609" y="6429375"/>
            <a:ext cx="4114800" cy="365125"/>
          </a:xfrm>
        </p:spPr>
        <p:txBody>
          <a:bodyPr/>
          <a:lstStyle/>
          <a:p>
            <a:r>
              <a:rPr lang="en-US" sz="1400" b="1" dirty="0"/>
              <a:t>3</a:t>
            </a:r>
          </a:p>
        </p:txBody>
      </p:sp>
      <p:sp>
        <p:nvSpPr>
          <p:cNvPr id="10" name="Rectangle 6">
            <a:extLst>
              <a:ext uri="{FF2B5EF4-FFF2-40B4-BE49-F238E27FC236}">
                <a16:creationId xmlns:a16="http://schemas.microsoft.com/office/drawing/2014/main" id="{B603FFDE-2CA3-3539-8FFA-65BF80EC1692}"/>
              </a:ext>
            </a:extLst>
          </p:cNvPr>
          <p:cNvSpPr>
            <a:spLocks noChangeArrowheads="1"/>
          </p:cNvSpPr>
          <p:nvPr/>
        </p:nvSpPr>
        <p:spPr bwMode="auto">
          <a:xfrm>
            <a:off x="47211" y="11569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8">
            <a:extLst>
              <a:ext uri="{FF2B5EF4-FFF2-40B4-BE49-F238E27FC236}">
                <a16:creationId xmlns:a16="http://schemas.microsoft.com/office/drawing/2014/main" id="{F35DED45-55F0-543D-AE7E-2A3DAD441775}"/>
              </a:ext>
            </a:extLst>
          </p:cNvPr>
          <p:cNvSpPr>
            <a:spLocks noChangeArrowheads="1"/>
          </p:cNvSpPr>
          <p:nvPr/>
        </p:nvSpPr>
        <p:spPr bwMode="auto">
          <a:xfrm>
            <a:off x="402811" y="1493729"/>
            <a:ext cx="1146406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b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7" name="Rectangle 10">
            <a:extLst>
              <a:ext uri="{FF2B5EF4-FFF2-40B4-BE49-F238E27FC236}">
                <a16:creationId xmlns:a16="http://schemas.microsoft.com/office/drawing/2014/main" id="{90BE6417-B181-A131-BCCA-0E23C71D9A12}"/>
              </a:ext>
            </a:extLst>
          </p:cNvPr>
          <p:cNvSpPr>
            <a:spLocks noChangeArrowheads="1"/>
          </p:cNvSpPr>
          <p:nvPr/>
        </p:nvSpPr>
        <p:spPr bwMode="auto">
          <a:xfrm>
            <a:off x="47211" y="21031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90342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51886-AA43-422E-B193-F1F3DF7D8A4D}"/>
              </a:ext>
            </a:extLst>
          </p:cNvPr>
          <p:cNvSpPr>
            <a:spLocks noGrp="1"/>
          </p:cNvSpPr>
          <p:nvPr>
            <p:ph type="title"/>
          </p:nvPr>
        </p:nvSpPr>
        <p:spPr>
          <a:xfrm>
            <a:off x="838200" y="532788"/>
            <a:ext cx="10515600" cy="562069"/>
          </a:xfrm>
        </p:spPr>
        <p:txBody>
          <a:bodyPr>
            <a:noAutofit/>
          </a:bodyPr>
          <a:lstStyle/>
          <a:p>
            <a:r>
              <a:rPr lang="en-US" sz="3600" dirty="0">
                <a:latin typeface="Times New Roman" panose="02020603050405020304" pitchFamily="18" charset="0"/>
                <a:cs typeface="Times New Roman" panose="02020603050405020304" pitchFamily="18" charset="0"/>
              </a:rPr>
              <a:t>Literature Review</a:t>
            </a:r>
          </a:p>
        </p:txBody>
      </p:sp>
      <p:graphicFrame>
        <p:nvGraphicFramePr>
          <p:cNvPr id="4" name="Content Placeholder 3" descr="Timeline">
            <a:extLst>
              <a:ext uri="{FF2B5EF4-FFF2-40B4-BE49-F238E27FC236}">
                <a16:creationId xmlns:a16="http://schemas.microsoft.com/office/drawing/2014/main" id="{4424901C-24B0-4C46-B815-EB0C38D74251}"/>
              </a:ext>
            </a:extLst>
          </p:cNvPr>
          <p:cNvGraphicFramePr>
            <a:graphicFrameLocks noGrp="1"/>
          </p:cNvGraphicFramePr>
          <p:nvPr>
            <p:ph idx="1"/>
            <p:extLst>
              <p:ext uri="{D42A27DB-BD31-4B8C-83A1-F6EECF244321}">
                <p14:modId xmlns:p14="http://schemas.microsoft.com/office/powerpoint/2010/main" val="2145211677"/>
              </p:ext>
            </p:extLst>
          </p:nvPr>
        </p:nvGraphicFramePr>
        <p:xfrm>
          <a:off x="838200" y="2178050"/>
          <a:ext cx="10515600" cy="39989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8D03D7EC-E54B-4E0E-A5C3-7071C72A8940}"/>
              </a:ext>
            </a:extLst>
          </p:cNvPr>
          <p:cNvSpPr>
            <a:spLocks noGrp="1"/>
          </p:cNvSpPr>
          <p:nvPr>
            <p:ph type="sldNum" sz="quarter" idx="12"/>
          </p:nvPr>
        </p:nvSpPr>
        <p:spPr>
          <a:xfrm>
            <a:off x="8610600" y="6429375"/>
            <a:ext cx="2743200" cy="365125"/>
          </a:xfrm>
        </p:spPr>
        <p:txBody>
          <a:bodyPr/>
          <a:lstStyle/>
          <a:p>
            <a:fld id="{28844951-7827-47D4-8276-7DDE1FA7D85A}" type="slidenum">
              <a:rPr lang="en-US" sz="1800" smtClean="0"/>
              <a:pPr/>
              <a:t>4</a:t>
            </a:fld>
            <a:endParaRPr lang="en-US" sz="1800" dirty="0"/>
          </a:p>
        </p:txBody>
      </p:sp>
      <p:sp>
        <p:nvSpPr>
          <p:cNvPr id="3" name="Footer Placeholder 2">
            <a:extLst>
              <a:ext uri="{FF2B5EF4-FFF2-40B4-BE49-F238E27FC236}">
                <a16:creationId xmlns:a16="http://schemas.microsoft.com/office/drawing/2014/main" id="{E650E482-8BEB-77DE-15A4-75467969BD85}"/>
              </a:ext>
            </a:extLst>
          </p:cNvPr>
          <p:cNvSpPr>
            <a:spLocks noGrp="1"/>
          </p:cNvSpPr>
          <p:nvPr>
            <p:ph type="ftr" sz="quarter" idx="11"/>
          </p:nvPr>
        </p:nvSpPr>
        <p:spPr/>
        <p:txBody>
          <a:bodyPr/>
          <a:lstStyle/>
          <a:p>
            <a:endParaRPr lang="en-US"/>
          </a:p>
        </p:txBody>
      </p:sp>
      <p:graphicFrame>
        <p:nvGraphicFramePr>
          <p:cNvPr id="8" name="Table 7">
            <a:extLst>
              <a:ext uri="{FF2B5EF4-FFF2-40B4-BE49-F238E27FC236}">
                <a16:creationId xmlns:a16="http://schemas.microsoft.com/office/drawing/2014/main" id="{A178771D-AA5E-C089-E5E7-052BE4ADD394}"/>
              </a:ext>
            </a:extLst>
          </p:cNvPr>
          <p:cNvGraphicFramePr>
            <a:graphicFrameLocks noGrp="1"/>
          </p:cNvGraphicFramePr>
          <p:nvPr>
            <p:extLst>
              <p:ext uri="{D42A27DB-BD31-4B8C-83A1-F6EECF244321}">
                <p14:modId xmlns:p14="http://schemas.microsoft.com/office/powerpoint/2010/main" val="2987891626"/>
              </p:ext>
            </p:extLst>
          </p:nvPr>
        </p:nvGraphicFramePr>
        <p:xfrm>
          <a:off x="659756" y="1146161"/>
          <a:ext cx="10926502" cy="5085897"/>
        </p:xfrm>
        <a:graphic>
          <a:graphicData uri="http://schemas.openxmlformats.org/drawingml/2006/table">
            <a:tbl>
              <a:tblPr firstRow="1" bandRow="1">
                <a:tableStyleId>{5C22544A-7EE6-4342-B048-85BDC9FD1C3A}</a:tableStyleId>
              </a:tblPr>
              <a:tblGrid>
                <a:gridCol w="863319">
                  <a:extLst>
                    <a:ext uri="{9D8B030D-6E8A-4147-A177-3AD203B41FA5}">
                      <a16:colId xmlns:a16="http://schemas.microsoft.com/office/drawing/2014/main" val="3424735294"/>
                    </a:ext>
                  </a:extLst>
                </a:gridCol>
                <a:gridCol w="4020936">
                  <a:extLst>
                    <a:ext uri="{9D8B030D-6E8A-4147-A177-3AD203B41FA5}">
                      <a16:colId xmlns:a16="http://schemas.microsoft.com/office/drawing/2014/main" val="2118092015"/>
                    </a:ext>
                  </a:extLst>
                </a:gridCol>
                <a:gridCol w="2592992">
                  <a:extLst>
                    <a:ext uri="{9D8B030D-6E8A-4147-A177-3AD203B41FA5}">
                      <a16:colId xmlns:a16="http://schemas.microsoft.com/office/drawing/2014/main" val="4046405275"/>
                    </a:ext>
                  </a:extLst>
                </a:gridCol>
                <a:gridCol w="3449255">
                  <a:extLst>
                    <a:ext uri="{9D8B030D-6E8A-4147-A177-3AD203B41FA5}">
                      <a16:colId xmlns:a16="http://schemas.microsoft.com/office/drawing/2014/main" val="3142687312"/>
                    </a:ext>
                  </a:extLst>
                </a:gridCol>
              </a:tblGrid>
              <a:tr h="605372">
                <a:tc>
                  <a:txBody>
                    <a:bodyPr/>
                    <a:lstStyle/>
                    <a:p>
                      <a:r>
                        <a:rPr lang="en-IN" dirty="0"/>
                        <a:t>SL.NO</a:t>
                      </a:r>
                    </a:p>
                  </a:txBody>
                  <a:tcPr/>
                </a:tc>
                <a:tc>
                  <a:txBody>
                    <a:bodyPr/>
                    <a:lstStyle/>
                    <a:p>
                      <a:r>
                        <a:rPr lang="en-IN" dirty="0"/>
                        <a:t>TITLE</a:t>
                      </a:r>
                    </a:p>
                  </a:txBody>
                  <a:tcPr/>
                </a:tc>
                <a:tc>
                  <a:txBody>
                    <a:bodyPr/>
                    <a:lstStyle/>
                    <a:p>
                      <a:r>
                        <a:rPr lang="en-IN" dirty="0"/>
                        <a:t>AUTHOR NAME</a:t>
                      </a:r>
                    </a:p>
                  </a:txBody>
                  <a:tcPr/>
                </a:tc>
                <a:tc>
                  <a:txBody>
                    <a:bodyPr/>
                    <a:lstStyle/>
                    <a:p>
                      <a:r>
                        <a:rPr lang="en-IN" dirty="0"/>
                        <a:t>CONCLUSION</a:t>
                      </a:r>
                    </a:p>
                  </a:txBody>
                  <a:tcPr/>
                </a:tc>
                <a:extLst>
                  <a:ext uri="{0D108BD9-81ED-4DB2-BD59-A6C34878D82A}">
                    <a16:rowId xmlns:a16="http://schemas.microsoft.com/office/drawing/2014/main" val="355764342"/>
                  </a:ext>
                </a:extLst>
              </a:tr>
              <a:tr h="1794057">
                <a:tc>
                  <a:txBody>
                    <a:bodyPr/>
                    <a:lstStyle/>
                    <a:p>
                      <a:r>
                        <a:rPr lang="en-IN" dirty="0"/>
                        <a:t>1.</a:t>
                      </a:r>
                    </a:p>
                  </a:txBody>
                  <a:tcPr/>
                </a:tc>
                <a:tc>
                  <a:txBody>
                    <a:bodyPr/>
                    <a:lstStyle/>
                    <a:p>
                      <a:pPr algn="just"/>
                      <a:r>
                        <a:rPr lang="en-US" sz="1600" b="1" i="0" u="none" strike="noStrike" kern="1200" baseline="0" dirty="0">
                          <a:solidFill>
                            <a:schemeClr val="dk1"/>
                          </a:solidFill>
                          <a:latin typeface="+mn-lt"/>
                          <a:ea typeface="+mn-ea"/>
                          <a:cs typeface="+mn-cs"/>
                        </a:rPr>
                        <a:t>State-of-charge estimation based on improved</a:t>
                      </a:r>
                    </a:p>
                    <a:p>
                      <a:pPr algn="just"/>
                      <a:r>
                        <a:rPr lang="en-US" sz="1600" b="1" i="0" u="none" strike="noStrike" kern="1200" baseline="0" dirty="0">
                          <a:solidFill>
                            <a:schemeClr val="dk1"/>
                          </a:solidFill>
                          <a:latin typeface="+mn-lt"/>
                          <a:ea typeface="+mn-ea"/>
                          <a:cs typeface="+mn-cs"/>
                        </a:rPr>
                        <a:t>back-propagation neural network for lithium-ion</a:t>
                      </a:r>
                    </a:p>
                    <a:p>
                      <a:pPr algn="just"/>
                      <a:r>
                        <a:rPr lang="en-US" sz="1600" b="1" i="0" u="none" strike="noStrike" kern="1200" baseline="0" dirty="0">
                          <a:solidFill>
                            <a:schemeClr val="dk1"/>
                          </a:solidFill>
                          <a:latin typeface="+mn-lt"/>
                          <a:ea typeface="+mn-ea"/>
                          <a:cs typeface="+mn-cs"/>
                        </a:rPr>
                        <a:t>batteries in energy storage power stations</a:t>
                      </a:r>
                      <a:endParaRPr lang="en-IN" sz="1600" b="1" dirty="0"/>
                    </a:p>
                  </a:txBody>
                  <a:tcPr/>
                </a:tc>
                <a:tc>
                  <a:txBody>
                    <a:bodyPr/>
                    <a:lstStyle/>
                    <a:p>
                      <a:r>
                        <a:rPr lang="en-IN" sz="1600" b="1" i="0" u="none" strike="noStrike" kern="1200" baseline="0" dirty="0">
                          <a:solidFill>
                            <a:schemeClr val="dk1"/>
                          </a:solidFill>
                          <a:latin typeface="+mn-lt"/>
                          <a:ea typeface="+mn-ea"/>
                          <a:cs typeface="+mn-cs"/>
                        </a:rPr>
                        <a:t>XIAOHONG ZHU</a:t>
                      </a:r>
                      <a:r>
                        <a:rPr lang="en-IN" sz="1600" b="0" i="0" u="none" strike="noStrike" kern="1200" baseline="0" dirty="0">
                          <a:solidFill>
                            <a:schemeClr val="dk1"/>
                          </a:solidFill>
                          <a:latin typeface="+mn-lt"/>
                          <a:ea typeface="+mn-ea"/>
                          <a:cs typeface="+mn-cs"/>
                        </a:rPr>
                        <a:t>B</a:t>
                      </a:r>
                      <a:r>
                        <a:rPr lang="en-IN" sz="1600" b="1" i="0" u="none" strike="noStrike" kern="1200" baseline="0" dirty="0">
                          <a:solidFill>
                            <a:schemeClr val="dk1"/>
                          </a:solidFill>
                          <a:latin typeface="+mn-lt"/>
                          <a:ea typeface="+mn-ea"/>
                          <a:cs typeface="+mn-cs"/>
                        </a:rPr>
                        <a:t>, MINGWAN ZHUANG, WEIRONG YANG, XIUQUAN LI, HANG DAI</a:t>
                      </a:r>
                      <a:endParaRPr lang="en-IN" sz="1600" dirty="0"/>
                    </a:p>
                  </a:txBody>
                  <a:tcPr/>
                </a:tc>
                <a:tc>
                  <a:txBody>
                    <a:bodyPr/>
                    <a:lstStyle/>
                    <a:p>
                      <a:r>
                        <a:rPr lang="en-IN" dirty="0"/>
                        <a:t>1. </a:t>
                      </a:r>
                      <a:r>
                        <a:rPr lang="en-IN" b="1" dirty="0"/>
                        <a:t>Lithium-ion batteries are crucial for energy storage systems.</a:t>
                      </a:r>
                    </a:p>
                    <a:p>
                      <a:r>
                        <a:rPr lang="en-IN" b="1" dirty="0"/>
                        <a:t>2. The IGA-optimized BP network improves SOC estimation accuracy.</a:t>
                      </a:r>
                    </a:p>
                  </a:txBody>
                  <a:tcPr/>
                </a:tc>
                <a:extLst>
                  <a:ext uri="{0D108BD9-81ED-4DB2-BD59-A6C34878D82A}">
                    <a16:rowId xmlns:a16="http://schemas.microsoft.com/office/drawing/2014/main" val="2726101168"/>
                  </a:ext>
                </a:extLst>
              </a:tr>
              <a:tr h="2162043">
                <a:tc>
                  <a:txBody>
                    <a:bodyPr/>
                    <a:lstStyle/>
                    <a:p>
                      <a:r>
                        <a:rPr lang="en-IN" dirty="0"/>
                        <a:t>2.</a:t>
                      </a:r>
                    </a:p>
                  </a:txBody>
                  <a:tcPr/>
                </a:tc>
                <a:tc>
                  <a:txBody>
                    <a:bodyPr/>
                    <a:lstStyle/>
                    <a:p>
                      <a:r>
                        <a:rPr lang="en-US" sz="1800" b="1" i="0" u="none" strike="noStrike" kern="1200" baseline="0" dirty="0">
                          <a:solidFill>
                            <a:schemeClr val="dk1"/>
                          </a:solidFill>
                          <a:latin typeface="+mn-lt"/>
                          <a:ea typeface="+mn-ea"/>
                          <a:cs typeface="+mn-cs"/>
                        </a:rPr>
                        <a:t>State of Health Estimation for Lithium-Ion</a:t>
                      </a:r>
                    </a:p>
                    <a:p>
                      <a:r>
                        <a:rPr lang="en-US" sz="1800" b="1" i="0" u="none" strike="noStrike" kern="1200" baseline="0" dirty="0">
                          <a:solidFill>
                            <a:schemeClr val="dk1"/>
                          </a:solidFill>
                          <a:latin typeface="+mn-lt"/>
                          <a:ea typeface="+mn-ea"/>
                          <a:cs typeface="+mn-cs"/>
                        </a:rPr>
                        <a:t>Batteries Based on Charging Curve and</a:t>
                      </a:r>
                    </a:p>
                    <a:p>
                      <a:r>
                        <a:rPr lang="en-IN" sz="1800" b="1" i="0" u="none" strike="noStrike" kern="1200" baseline="0" dirty="0">
                          <a:solidFill>
                            <a:schemeClr val="dk1"/>
                          </a:solidFill>
                          <a:latin typeface="+mn-lt"/>
                          <a:ea typeface="+mn-ea"/>
                          <a:cs typeface="+mn-cs"/>
                        </a:rPr>
                        <a:t>Machine Learning</a:t>
                      </a:r>
                      <a:endParaRPr lang="en-IN" b="1" dirty="0"/>
                    </a:p>
                  </a:txBody>
                  <a:tcPr/>
                </a:tc>
                <a:tc>
                  <a:txBody>
                    <a:bodyPr/>
                    <a:lstStyle/>
                    <a:p>
                      <a:r>
                        <a:rPr lang="en-IN" sz="1800" b="1" i="0" u="none" strike="noStrike" kern="1200" baseline="0" dirty="0">
                          <a:solidFill>
                            <a:schemeClr val="dk1"/>
                          </a:solidFill>
                          <a:latin typeface="+mn-lt"/>
                          <a:ea typeface="+mn-ea"/>
                          <a:cs typeface="+mn-cs"/>
                        </a:rPr>
                        <a:t>Sachin Patel</a:t>
                      </a:r>
                    </a:p>
                    <a:p>
                      <a:r>
                        <a:rPr lang="en-IN" sz="1800" b="1" i="0" u="none" strike="noStrike" kern="1200" baseline="0" dirty="0">
                          <a:solidFill>
                            <a:schemeClr val="dk1"/>
                          </a:solidFill>
                          <a:latin typeface="+mn-lt"/>
                          <a:ea typeface="+mn-ea"/>
                          <a:cs typeface="+mn-cs"/>
                        </a:rPr>
                        <a:t>Sushant </a:t>
                      </a:r>
                      <a:r>
                        <a:rPr lang="en-IN" sz="1800" b="1" i="0" u="none" strike="noStrike" kern="1200" baseline="0" dirty="0" err="1">
                          <a:solidFill>
                            <a:schemeClr val="dk1"/>
                          </a:solidFill>
                          <a:latin typeface="+mn-lt"/>
                          <a:ea typeface="+mn-ea"/>
                          <a:cs typeface="+mn-cs"/>
                        </a:rPr>
                        <a:t>Khade</a:t>
                      </a:r>
                      <a:r>
                        <a:rPr lang="en-IN" sz="1800" b="1" i="0" u="none" strike="noStrike" kern="1200" baseline="0" dirty="0">
                          <a:solidFill>
                            <a:schemeClr val="dk1"/>
                          </a:solidFill>
                          <a:latin typeface="+mn-lt"/>
                          <a:ea typeface="+mn-ea"/>
                          <a:cs typeface="+mn-cs"/>
                        </a:rPr>
                        <a:t>.</a:t>
                      </a:r>
                      <a:endParaRPr lang="en-IN" b="1" dirty="0"/>
                    </a:p>
                  </a:txBody>
                  <a:tcPr/>
                </a:tc>
                <a:tc>
                  <a:txBody>
                    <a:bodyPr/>
                    <a:lstStyle/>
                    <a:p>
                      <a:r>
                        <a:rPr lang="en-US" dirty="0"/>
                        <a:t>1</a:t>
                      </a:r>
                      <a:r>
                        <a:rPr lang="en-US" b="1" dirty="0"/>
                        <a:t>. The method accurately estimates SOH with over 99% accuracy.</a:t>
                      </a:r>
                    </a:p>
                    <a:p>
                      <a:r>
                        <a:rPr lang="en-US" b="1" dirty="0"/>
                        <a:t>2, It reduces estimation time using a specific voltage range.</a:t>
                      </a:r>
                    </a:p>
                    <a:p>
                      <a:endParaRPr lang="en-US" dirty="0"/>
                    </a:p>
                    <a:p>
                      <a:endParaRPr lang="en-IN" dirty="0"/>
                    </a:p>
                  </a:txBody>
                  <a:tcPr/>
                </a:tc>
                <a:extLst>
                  <a:ext uri="{0D108BD9-81ED-4DB2-BD59-A6C34878D82A}">
                    <a16:rowId xmlns:a16="http://schemas.microsoft.com/office/drawing/2014/main" val="1721729090"/>
                  </a:ext>
                </a:extLst>
              </a:tr>
              <a:tr h="345927">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266205341"/>
                  </a:ext>
                </a:extLst>
              </a:tr>
            </a:tbl>
          </a:graphicData>
        </a:graphic>
      </p:graphicFrame>
    </p:spTree>
    <p:extLst>
      <p:ext uri="{BB962C8B-B14F-4D97-AF65-F5344CB8AC3E}">
        <p14:creationId xmlns:p14="http://schemas.microsoft.com/office/powerpoint/2010/main" val="3276479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8E50F-247A-4628-90BB-62A60E39664C}"/>
              </a:ext>
            </a:extLst>
          </p:cNvPr>
          <p:cNvSpPr>
            <a:spLocks noGrp="1"/>
          </p:cNvSpPr>
          <p:nvPr>
            <p:ph type="ctrTitle"/>
          </p:nvPr>
        </p:nvSpPr>
        <p:spPr>
          <a:xfrm>
            <a:off x="996564" y="806450"/>
            <a:ext cx="5322618" cy="985394"/>
          </a:xfrm>
        </p:spPr>
        <p:txBody>
          <a:bodyPr/>
          <a:lstStyle/>
          <a:p>
            <a:r>
              <a:rPr lang="en-US" b="1" dirty="0">
                <a:solidFill>
                  <a:schemeClr val="tx1"/>
                </a:solidFill>
                <a:latin typeface="Times New Roman" panose="02020603050405020304" pitchFamily="18" charset="0"/>
                <a:cs typeface="Times New Roman" panose="02020603050405020304" pitchFamily="18" charset="0"/>
              </a:rPr>
              <a:t>Objectives</a:t>
            </a:r>
          </a:p>
        </p:txBody>
      </p:sp>
      <p:sp>
        <p:nvSpPr>
          <p:cNvPr id="3" name="Subtitle 2">
            <a:extLst>
              <a:ext uri="{FF2B5EF4-FFF2-40B4-BE49-F238E27FC236}">
                <a16:creationId xmlns:a16="http://schemas.microsoft.com/office/drawing/2014/main" id="{DD2A8BE8-DC21-47DE-B6F3-7DC95B43C52E}"/>
              </a:ext>
            </a:extLst>
          </p:cNvPr>
          <p:cNvSpPr>
            <a:spLocks noGrp="1"/>
          </p:cNvSpPr>
          <p:nvPr>
            <p:ph type="body" sz="quarter" idx="15"/>
          </p:nvPr>
        </p:nvSpPr>
        <p:spPr>
          <a:xfrm>
            <a:off x="996563" y="1695690"/>
            <a:ext cx="10022535" cy="4438891"/>
          </a:xfrm>
        </p:spPr>
        <p:txBody>
          <a:bodyPr>
            <a:normAutofit fontScale="77500" lnSpcReduction="20000"/>
          </a:bodyPr>
          <a:lstStyle/>
          <a:p>
            <a:pPr marL="457200" indent="-45720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To Develop a Data Preprocessing Framework</a:t>
            </a:r>
            <a:r>
              <a:rPr lang="en-US" dirty="0">
                <a:latin typeface="Times New Roman" panose="02020603050405020304" pitchFamily="18" charset="0"/>
                <a:cs typeface="Times New Roman" panose="02020603050405020304" pitchFamily="18" charset="0"/>
              </a:rPr>
              <a:t>: Ensure accurate and reliable input data for neural network training by collecting and normalizing voltage, current, and temperature measurements under varying current rates using MATLAB.</a:t>
            </a:r>
          </a:p>
          <a:p>
            <a:pPr marL="457200" indent="-45720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To Estimate Battery Parameters Using ECM</a:t>
            </a:r>
            <a:r>
              <a:rPr lang="en-US" dirty="0">
                <a:latin typeface="Times New Roman" panose="02020603050405020304" pitchFamily="18" charset="0"/>
                <a:cs typeface="Times New Roman" panose="02020603050405020304" pitchFamily="18" charset="0"/>
              </a:rPr>
              <a:t>: Extract critical battery parameters (R0, R1, R2, C1, and C2) using an Equivalent Circuit Model to understand internal resistance and capacitance changes related to battery aging and degradation.</a:t>
            </a:r>
          </a:p>
          <a:p>
            <a:pPr marL="457200" indent="-45720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To Calculate State of Health (</a:t>
            </a:r>
            <a:r>
              <a:rPr lang="en-US" b="1" dirty="0" err="1">
                <a:latin typeface="Times New Roman" panose="02020603050405020304" pitchFamily="18" charset="0"/>
                <a:cs typeface="Times New Roman" panose="02020603050405020304" pitchFamily="18" charset="0"/>
              </a:rPr>
              <a:t>SoH</a:t>
            </a:r>
            <a:r>
              <a:rPr lang="en-US" b="1" dirty="0">
                <a:latin typeface="Times New Roman" panose="02020603050405020304" pitchFamily="18" charset="0"/>
                <a:cs typeface="Times New Roman" panose="02020603050405020304" pitchFamily="18" charset="0"/>
              </a:rPr>
              <a:t>) Using Formulas</a:t>
            </a:r>
            <a:r>
              <a:rPr lang="en-US" dirty="0">
                <a:latin typeface="Times New Roman" panose="02020603050405020304" pitchFamily="18" charset="0"/>
                <a:cs typeface="Times New Roman" panose="02020603050405020304" pitchFamily="18" charset="0"/>
              </a:rPr>
              <a:t>: Evaluate battery health by calculating </a:t>
            </a:r>
            <a:r>
              <a:rPr lang="en-US" dirty="0" err="1">
                <a:latin typeface="Times New Roman" panose="02020603050405020304" pitchFamily="18" charset="0"/>
                <a:cs typeface="Times New Roman" panose="02020603050405020304" pitchFamily="18" charset="0"/>
              </a:rPr>
              <a:t>SoH</a:t>
            </a:r>
            <a:r>
              <a:rPr lang="en-US" dirty="0">
                <a:latin typeface="Times New Roman" panose="02020603050405020304" pitchFamily="18" charset="0"/>
                <a:cs typeface="Times New Roman" panose="02020603050405020304" pitchFamily="18" charset="0"/>
              </a:rPr>
              <a:t> using different resistance combinations (R0, R0+R1, and R0+R1+R2), ensuring a comprehensive assessment of battery performance.</a:t>
            </a:r>
          </a:p>
          <a:p>
            <a:pPr marL="457200" indent="-45720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To Enhance </a:t>
            </a:r>
            <a:r>
              <a:rPr lang="en-US" b="1" dirty="0" err="1">
                <a:latin typeface="Times New Roman" panose="02020603050405020304" pitchFamily="18" charset="0"/>
                <a:cs typeface="Times New Roman" panose="02020603050405020304" pitchFamily="18" charset="0"/>
              </a:rPr>
              <a:t>SoH</a:t>
            </a:r>
            <a:r>
              <a:rPr lang="en-US" b="1" dirty="0">
                <a:latin typeface="Times New Roman" panose="02020603050405020304" pitchFamily="18" charset="0"/>
                <a:cs typeface="Times New Roman" panose="02020603050405020304" pitchFamily="18" charset="0"/>
              </a:rPr>
              <a:t> Prediction Accuracy Using Neural Networks</a:t>
            </a:r>
            <a:r>
              <a:rPr lang="en-US" dirty="0">
                <a:latin typeface="Times New Roman" panose="02020603050405020304" pitchFamily="18" charset="0"/>
                <a:cs typeface="Times New Roman" panose="02020603050405020304" pitchFamily="18" charset="0"/>
              </a:rPr>
              <a:t>: Design and train a Backpropagation Neural Network with multiple models and hidden layers to accurately predict </a:t>
            </a:r>
            <a:r>
              <a:rPr lang="en-US" dirty="0" err="1">
                <a:latin typeface="Times New Roman" panose="02020603050405020304" pitchFamily="18" charset="0"/>
                <a:cs typeface="Times New Roman" panose="02020603050405020304" pitchFamily="18" charset="0"/>
              </a:rPr>
              <a:t>SoH</a:t>
            </a:r>
            <a:r>
              <a:rPr lang="en-US" dirty="0">
                <a:latin typeface="Times New Roman" panose="02020603050405020304" pitchFamily="18" charset="0"/>
                <a:cs typeface="Times New Roman" panose="02020603050405020304" pitchFamily="18" charset="0"/>
              </a:rPr>
              <a:t>, comparing results with traditional methods for validation.</a:t>
            </a:r>
          </a:p>
        </p:txBody>
      </p:sp>
      <p:sp>
        <p:nvSpPr>
          <p:cNvPr id="4" name="Slide Number Placeholder 17">
            <a:extLst>
              <a:ext uri="{FF2B5EF4-FFF2-40B4-BE49-F238E27FC236}">
                <a16:creationId xmlns:a16="http://schemas.microsoft.com/office/drawing/2014/main" id="{B8BC4087-4C82-7B46-6C83-E4694995F8EE}"/>
              </a:ext>
            </a:extLst>
          </p:cNvPr>
          <p:cNvSpPr txBox="1">
            <a:spLocks/>
          </p:cNvSpPr>
          <p:nvPr/>
        </p:nvSpPr>
        <p:spPr>
          <a:xfrm>
            <a:off x="10820400" y="649287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844951-7827-47D4-8276-7DDE1FA7D85A}" type="slidenum">
              <a:rPr lang="en-US" b="1" smtClean="0"/>
              <a:pPr/>
              <a:t>5</a:t>
            </a:fld>
            <a:endParaRPr lang="en-US" b="1" dirty="0"/>
          </a:p>
        </p:txBody>
      </p:sp>
    </p:spTree>
    <p:extLst>
      <p:ext uri="{BB962C8B-B14F-4D97-AF65-F5344CB8AC3E}">
        <p14:creationId xmlns:p14="http://schemas.microsoft.com/office/powerpoint/2010/main" val="2693196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6F734-F6DB-1DBC-514B-E06B06448290}"/>
              </a:ext>
            </a:extLst>
          </p:cNvPr>
          <p:cNvSpPr>
            <a:spLocks noGrp="1"/>
          </p:cNvSpPr>
          <p:nvPr>
            <p:ph type="ctrTitle"/>
          </p:nvPr>
        </p:nvSpPr>
        <p:spPr>
          <a:xfrm>
            <a:off x="1499107" y="5367837"/>
            <a:ext cx="9144000" cy="2387600"/>
          </a:xfrm>
        </p:spPr>
        <p:txBody>
          <a:bodyPr/>
          <a:lstStyle/>
          <a:p>
            <a:endParaRPr lang="en-IN" dirty="0"/>
          </a:p>
        </p:txBody>
      </p:sp>
      <p:sp>
        <p:nvSpPr>
          <p:cNvPr id="3" name="Text Placeholder 2">
            <a:extLst>
              <a:ext uri="{FF2B5EF4-FFF2-40B4-BE49-F238E27FC236}">
                <a16:creationId xmlns:a16="http://schemas.microsoft.com/office/drawing/2014/main" id="{02CE55C6-8AB7-E4E5-AA28-34639DC3D12F}"/>
              </a:ext>
            </a:extLst>
          </p:cNvPr>
          <p:cNvSpPr>
            <a:spLocks noGrp="1"/>
          </p:cNvSpPr>
          <p:nvPr>
            <p:ph type="body" sz="quarter" idx="15"/>
          </p:nvPr>
        </p:nvSpPr>
        <p:spPr>
          <a:xfrm>
            <a:off x="1204617" y="161397"/>
            <a:ext cx="9144000" cy="2451100"/>
          </a:xfrm>
        </p:spPr>
        <p:txBody>
          <a:bodyPr>
            <a:normAutofit/>
          </a:bodyPr>
          <a:lstStyle/>
          <a:p>
            <a:r>
              <a:rPr lang="en-US" sz="4800" b="1" dirty="0">
                <a:latin typeface="Times New Roman" panose="02020603050405020304" pitchFamily="18" charset="0"/>
                <a:cs typeface="Times New Roman" panose="02020603050405020304" pitchFamily="18" charset="0"/>
              </a:rPr>
              <a:t>METHODOLOGY</a:t>
            </a:r>
            <a:endParaRPr lang="en-IN" sz="4800" b="1" dirty="0">
              <a:latin typeface="Times New Roman" panose="02020603050405020304" pitchFamily="18" charset="0"/>
              <a:cs typeface="Times New Roman" panose="02020603050405020304" pitchFamily="18" charset="0"/>
            </a:endParaRPr>
          </a:p>
        </p:txBody>
      </p:sp>
      <p:sp>
        <p:nvSpPr>
          <p:cNvPr id="4" name="Slide Number Placeholder 17">
            <a:extLst>
              <a:ext uri="{FF2B5EF4-FFF2-40B4-BE49-F238E27FC236}">
                <a16:creationId xmlns:a16="http://schemas.microsoft.com/office/drawing/2014/main" id="{C2742DD4-C1B6-346F-7AF9-6B32562C3DB8}"/>
              </a:ext>
            </a:extLst>
          </p:cNvPr>
          <p:cNvSpPr txBox="1">
            <a:spLocks/>
          </p:cNvSpPr>
          <p:nvPr/>
        </p:nvSpPr>
        <p:spPr>
          <a:xfrm>
            <a:off x="10939578" y="6379074"/>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844951-7827-47D4-8276-7DDE1FA7D85A}" type="slidenum">
              <a:rPr lang="en-US" b="1" smtClean="0"/>
              <a:pPr/>
              <a:t>6</a:t>
            </a:fld>
            <a:endParaRPr lang="en-US" b="1" dirty="0"/>
          </a:p>
        </p:txBody>
      </p:sp>
      <p:pic>
        <p:nvPicPr>
          <p:cNvPr id="6" name="Picture 5">
            <a:extLst>
              <a:ext uri="{FF2B5EF4-FFF2-40B4-BE49-F238E27FC236}">
                <a16:creationId xmlns:a16="http://schemas.microsoft.com/office/drawing/2014/main" id="{5D74562E-271C-E092-5670-83B8E2A334B5}"/>
              </a:ext>
            </a:extLst>
          </p:cNvPr>
          <p:cNvPicPr>
            <a:picLocks noChangeAspect="1"/>
          </p:cNvPicPr>
          <p:nvPr/>
        </p:nvPicPr>
        <p:blipFill>
          <a:blip r:embed="rId2"/>
          <a:stretch>
            <a:fillRect/>
          </a:stretch>
        </p:blipFill>
        <p:spPr>
          <a:xfrm>
            <a:off x="4074289" y="972273"/>
            <a:ext cx="4120587" cy="5783145"/>
          </a:xfrm>
          <a:prstGeom prst="rect">
            <a:avLst/>
          </a:prstGeom>
        </p:spPr>
      </p:pic>
    </p:spTree>
    <p:extLst>
      <p:ext uri="{BB962C8B-B14F-4D97-AF65-F5344CB8AC3E}">
        <p14:creationId xmlns:p14="http://schemas.microsoft.com/office/powerpoint/2010/main" val="2951863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60FCC-0BF5-45B2-9CDD-17A4BA1878EE}"/>
              </a:ext>
            </a:extLst>
          </p:cNvPr>
          <p:cNvSpPr>
            <a:spLocks noGrp="1"/>
          </p:cNvSpPr>
          <p:nvPr>
            <p:ph type="title"/>
          </p:nvPr>
        </p:nvSpPr>
        <p:spPr>
          <a:xfrm>
            <a:off x="550421" y="359749"/>
            <a:ext cx="10515600" cy="1325880"/>
          </a:xfrm>
        </p:spPr>
        <p:txBody>
          <a:bodyPr>
            <a:normAutofit/>
          </a:bodyPr>
          <a:lstStyle/>
          <a:p>
            <a:r>
              <a:rPr lang="en-US" sz="4000" dirty="0">
                <a:latin typeface="Times New Roman" panose="02020603050405020304" pitchFamily="18" charset="0"/>
                <a:cs typeface="Times New Roman" panose="02020603050405020304" pitchFamily="18" charset="0"/>
              </a:rPr>
              <a:t>IMPLEMENTATION</a:t>
            </a:r>
          </a:p>
        </p:txBody>
      </p:sp>
      <p:sp>
        <p:nvSpPr>
          <p:cNvPr id="5" name="Text Placeholder 4">
            <a:extLst>
              <a:ext uri="{FF2B5EF4-FFF2-40B4-BE49-F238E27FC236}">
                <a16:creationId xmlns:a16="http://schemas.microsoft.com/office/drawing/2014/main" id="{5951D7A3-45F6-43A4-8ADB-05DA212ADAAF}"/>
              </a:ext>
            </a:extLst>
          </p:cNvPr>
          <p:cNvSpPr>
            <a:spLocks noGrp="1"/>
          </p:cNvSpPr>
          <p:nvPr>
            <p:ph type="body" sz="quarter" idx="3"/>
          </p:nvPr>
        </p:nvSpPr>
        <p:spPr>
          <a:xfrm>
            <a:off x="720865" y="1318240"/>
            <a:ext cx="4395145" cy="4682871"/>
          </a:xfrm>
        </p:spPr>
        <p:txBody>
          <a:bodyPr>
            <a:noAutofit/>
          </a:bodyPr>
          <a:lstStyle/>
          <a:p>
            <a:r>
              <a:rPr lang="en-US" sz="2000" b="1" dirty="0">
                <a:latin typeface="Times New Roman" panose="02020603050405020304" pitchFamily="18" charset="0"/>
                <a:cs typeface="Times New Roman" panose="02020603050405020304" pitchFamily="18" charset="0"/>
              </a:rPr>
              <a:t> 3 MODELS </a:t>
            </a:r>
          </a:p>
          <a:p>
            <a:pPr marL="457200" indent="-457200">
              <a:buAutoNum type="arabicPeriod"/>
            </a:pPr>
            <a:r>
              <a:rPr lang="en-US" sz="1800" b="1" dirty="0">
                <a:latin typeface="Times New Roman" panose="02020603050405020304" pitchFamily="18" charset="0"/>
                <a:cs typeface="Times New Roman" panose="02020603050405020304" pitchFamily="18" charset="0"/>
              </a:rPr>
              <a:t>BY GIVING THE 3 INPUTS FOR R0 NN MODEL.</a:t>
            </a:r>
          </a:p>
          <a:p>
            <a:pPr marL="457200" indent="-457200">
              <a:buAutoNum type="arabicPeriod"/>
            </a:pPr>
            <a:r>
              <a:rPr lang="en-IN" sz="1800" b="0" i="0" u="none" strike="noStrike" baseline="0" dirty="0">
                <a:solidFill>
                  <a:srgbClr val="000000"/>
                </a:solidFill>
                <a:latin typeface="Cambria Math" panose="02040503050406030204" pitchFamily="18" charset="0"/>
              </a:rPr>
              <a:t>𝑅0𝑒𝑜𝑙</a:t>
            </a:r>
            <a:r>
              <a:rPr lang="en-US" sz="2000" b="1" dirty="0">
                <a:solidFill>
                  <a:srgbClr val="000000"/>
                </a:solidFill>
                <a:latin typeface="Times New Roman" panose="02020603050405020304" pitchFamily="18" charset="0"/>
                <a:cs typeface="Times New Roman" panose="02020603050405020304" pitchFamily="18" charset="0"/>
              </a:rPr>
              <a:t>.</a:t>
            </a:r>
            <a:r>
              <a:rPr lang="en-IN" sz="1800" b="0" i="0" u="none" strike="noStrike" baseline="0" dirty="0">
                <a:solidFill>
                  <a:srgbClr val="000000"/>
                </a:solidFill>
                <a:latin typeface="Cambria Math" panose="02040503050406030204" pitchFamily="18" charset="0"/>
              </a:rPr>
              <a:t> 𝑅0𝑖𝑛𝑖𝑡</a:t>
            </a:r>
            <a:r>
              <a:rPr lang="en-US" sz="2000" b="1" dirty="0">
                <a:solidFill>
                  <a:srgbClr val="000000"/>
                </a:solidFill>
                <a:latin typeface="Times New Roman" panose="02020603050405020304" pitchFamily="18" charset="0"/>
                <a:cs typeface="Times New Roman" panose="02020603050405020304" pitchFamily="18" charset="0"/>
              </a:rPr>
              <a:t>,</a:t>
            </a:r>
            <a:r>
              <a:rPr lang="en-IN" sz="1800" b="0" i="0" u="none" strike="noStrike" baseline="0" dirty="0">
                <a:solidFill>
                  <a:srgbClr val="000000"/>
                </a:solidFill>
                <a:latin typeface="Cambria Math" panose="02040503050406030204" pitchFamily="18" charset="0"/>
              </a:rPr>
              <a:t> 𝑅0𝑎𝑐𝑡</a:t>
            </a:r>
            <a:endParaRPr lang="en-US" sz="2000" b="1" dirty="0">
              <a:latin typeface="Times New Roman" panose="02020603050405020304" pitchFamily="18" charset="0"/>
              <a:cs typeface="Times New Roman" panose="02020603050405020304" pitchFamily="18" charset="0"/>
            </a:endParaRPr>
          </a:p>
          <a:p>
            <a:pPr marL="457200" indent="-457200">
              <a:buAutoNum type="arabicPeriod"/>
            </a:pPr>
            <a:r>
              <a:rPr lang="en-US" sz="1800" b="1" dirty="0">
                <a:latin typeface="Times New Roman" panose="02020603050405020304" pitchFamily="18" charset="0"/>
                <a:cs typeface="Times New Roman" panose="02020603050405020304" pitchFamily="18" charset="0"/>
              </a:rPr>
              <a:t>BY  GIVING THE 6 INPUTS FOR THE R0+R1 NN MODEL</a:t>
            </a:r>
          </a:p>
          <a:p>
            <a:pPr marL="457200" indent="-457200">
              <a:buFont typeface="Wingdings" panose="05000000000000000000" pitchFamily="2" charset="2"/>
              <a:buAutoNum type="arabicPeriod"/>
            </a:pPr>
            <a:r>
              <a:rPr lang="en-IN" sz="2000" b="0" i="0" u="none" strike="noStrike" baseline="0" dirty="0">
                <a:solidFill>
                  <a:srgbClr val="000000"/>
                </a:solidFill>
                <a:latin typeface="Cambria Math" panose="02040503050406030204" pitchFamily="18" charset="0"/>
              </a:rPr>
              <a:t>R0𝑒𝑜𝑙</a:t>
            </a:r>
            <a:r>
              <a:rPr lang="en-US" sz="2400" b="1" dirty="0">
                <a:solidFill>
                  <a:srgbClr val="000000"/>
                </a:solidFill>
                <a:latin typeface="Times New Roman" panose="02020603050405020304" pitchFamily="18" charset="0"/>
                <a:cs typeface="Times New Roman" panose="02020603050405020304" pitchFamily="18" charset="0"/>
              </a:rPr>
              <a:t>.</a:t>
            </a:r>
            <a:r>
              <a:rPr lang="en-IN" sz="2000" b="0" i="0" u="none" strike="noStrike" baseline="0" dirty="0">
                <a:solidFill>
                  <a:srgbClr val="000000"/>
                </a:solidFill>
                <a:latin typeface="Cambria Math" panose="02040503050406030204" pitchFamily="18" charset="0"/>
              </a:rPr>
              <a:t> 𝑅0𝑖𝑛𝑖𝑡</a:t>
            </a:r>
            <a:r>
              <a:rPr lang="en-US" sz="2400" b="1" dirty="0">
                <a:solidFill>
                  <a:srgbClr val="000000"/>
                </a:solidFill>
                <a:latin typeface="Times New Roman" panose="02020603050405020304" pitchFamily="18" charset="0"/>
                <a:cs typeface="Times New Roman" panose="02020603050405020304" pitchFamily="18" charset="0"/>
              </a:rPr>
              <a:t>,</a:t>
            </a:r>
            <a:r>
              <a:rPr lang="en-IN" sz="2000" b="0" i="0" u="none" strike="noStrike" baseline="0" dirty="0">
                <a:solidFill>
                  <a:srgbClr val="000000"/>
                </a:solidFill>
                <a:latin typeface="Cambria Math" panose="02040503050406030204" pitchFamily="18" charset="0"/>
              </a:rPr>
              <a:t> 𝑅0𝑎𝑐𝑡,</a:t>
            </a:r>
            <a:r>
              <a:rPr lang="en-IN" sz="2400" b="0" i="0" u="none" strike="noStrike" baseline="0" dirty="0">
                <a:solidFill>
                  <a:srgbClr val="000000"/>
                </a:solidFill>
                <a:latin typeface="Cambria Math" panose="02040503050406030204" pitchFamily="18" charset="0"/>
              </a:rPr>
              <a:t> </a:t>
            </a:r>
            <a:r>
              <a:rPr lang="en-IN" sz="2000" b="0" i="0" u="none" strike="noStrike" baseline="0" dirty="0">
                <a:solidFill>
                  <a:srgbClr val="000000"/>
                </a:solidFill>
                <a:latin typeface="Cambria Math" panose="02040503050406030204" pitchFamily="18" charset="0"/>
              </a:rPr>
              <a:t>R1𝑒𝑜𝑙</a:t>
            </a:r>
            <a:r>
              <a:rPr lang="en-US" sz="2000" b="1" dirty="0">
                <a:solidFill>
                  <a:srgbClr val="000000"/>
                </a:solidFill>
                <a:latin typeface="Times New Roman" panose="02020603050405020304" pitchFamily="18" charset="0"/>
                <a:cs typeface="Times New Roman" panose="02020603050405020304" pitchFamily="18" charset="0"/>
              </a:rPr>
              <a:t>.</a:t>
            </a:r>
            <a:r>
              <a:rPr lang="en-IN" sz="2000" b="0" i="0" u="none" strike="noStrike" baseline="0" dirty="0">
                <a:solidFill>
                  <a:srgbClr val="000000"/>
                </a:solidFill>
                <a:latin typeface="Cambria Math" panose="02040503050406030204" pitchFamily="18" charset="0"/>
              </a:rPr>
              <a:t> 𝑅1𝑖𝑛𝑖𝑡</a:t>
            </a:r>
            <a:r>
              <a:rPr lang="en-US" sz="2000" b="1" dirty="0">
                <a:solidFill>
                  <a:srgbClr val="000000"/>
                </a:solidFill>
                <a:latin typeface="Times New Roman" panose="02020603050405020304" pitchFamily="18" charset="0"/>
                <a:cs typeface="Times New Roman" panose="02020603050405020304" pitchFamily="18" charset="0"/>
              </a:rPr>
              <a:t>,</a:t>
            </a:r>
            <a:r>
              <a:rPr lang="en-IN" sz="2000" b="0" i="0" u="none" strike="noStrike" baseline="0" dirty="0">
                <a:solidFill>
                  <a:srgbClr val="000000"/>
                </a:solidFill>
                <a:latin typeface="Cambria Math" panose="02040503050406030204" pitchFamily="18" charset="0"/>
              </a:rPr>
              <a:t> 𝑅1𝑎𝑐𝑡</a:t>
            </a:r>
          </a:p>
          <a:p>
            <a:pPr marL="457200" indent="-457200">
              <a:buFont typeface="Wingdings" panose="05000000000000000000" pitchFamily="2" charset="2"/>
              <a:buAutoNum type="arabicPeriod"/>
            </a:pPr>
            <a:r>
              <a:rPr lang="en-US" sz="1800" b="1" dirty="0">
                <a:latin typeface="Times New Roman" panose="02020603050405020304" pitchFamily="18" charset="0"/>
                <a:cs typeface="Times New Roman" panose="02020603050405020304" pitchFamily="18" charset="0"/>
              </a:rPr>
              <a:t>BY GIVING THE 9 INPUTS FOR THE R0+R1+R2 NN MODEL</a:t>
            </a:r>
          </a:p>
          <a:p>
            <a:pPr marL="457200" indent="-457200">
              <a:buFont typeface="Wingdings" panose="05000000000000000000" pitchFamily="2" charset="2"/>
              <a:buAutoNum type="arabicPeriod"/>
            </a:pPr>
            <a:r>
              <a:rPr lang="en-IN" sz="2000" b="0" i="0" u="none" strike="noStrike" baseline="0" dirty="0">
                <a:solidFill>
                  <a:srgbClr val="000000"/>
                </a:solidFill>
                <a:latin typeface="Cambria Math" panose="02040503050406030204" pitchFamily="18" charset="0"/>
              </a:rPr>
              <a:t>R0𝑒𝑜𝑙</a:t>
            </a:r>
            <a:r>
              <a:rPr lang="en-US" sz="2400" b="1" dirty="0">
                <a:solidFill>
                  <a:srgbClr val="000000"/>
                </a:solidFill>
                <a:latin typeface="Times New Roman" panose="02020603050405020304" pitchFamily="18" charset="0"/>
                <a:cs typeface="Times New Roman" panose="02020603050405020304" pitchFamily="18" charset="0"/>
              </a:rPr>
              <a:t>.</a:t>
            </a:r>
            <a:r>
              <a:rPr lang="en-IN" sz="2000" b="0" i="0" u="none" strike="noStrike" baseline="0" dirty="0">
                <a:solidFill>
                  <a:srgbClr val="000000"/>
                </a:solidFill>
                <a:latin typeface="Cambria Math" panose="02040503050406030204" pitchFamily="18" charset="0"/>
              </a:rPr>
              <a:t> 𝑅0𝑖𝑛𝑖𝑡</a:t>
            </a:r>
            <a:r>
              <a:rPr lang="en-US" sz="2400" b="1" dirty="0">
                <a:solidFill>
                  <a:srgbClr val="000000"/>
                </a:solidFill>
                <a:latin typeface="Times New Roman" panose="02020603050405020304" pitchFamily="18" charset="0"/>
                <a:cs typeface="Times New Roman" panose="02020603050405020304" pitchFamily="18" charset="0"/>
              </a:rPr>
              <a:t>,</a:t>
            </a:r>
            <a:r>
              <a:rPr lang="en-IN" sz="2000" b="0" i="0" u="none" strike="noStrike" baseline="0" dirty="0">
                <a:solidFill>
                  <a:srgbClr val="000000"/>
                </a:solidFill>
                <a:latin typeface="Cambria Math" panose="02040503050406030204" pitchFamily="18" charset="0"/>
              </a:rPr>
              <a:t> 𝑅0𝑎𝑐𝑡,</a:t>
            </a:r>
            <a:r>
              <a:rPr lang="en-IN" sz="2400" b="0" i="0" u="none" strike="noStrike" baseline="0" dirty="0">
                <a:solidFill>
                  <a:srgbClr val="000000"/>
                </a:solidFill>
                <a:latin typeface="Cambria Math" panose="02040503050406030204" pitchFamily="18" charset="0"/>
              </a:rPr>
              <a:t> </a:t>
            </a:r>
            <a:r>
              <a:rPr lang="en-IN" sz="2000" b="0" i="0" u="none" strike="noStrike" baseline="0" dirty="0">
                <a:solidFill>
                  <a:srgbClr val="000000"/>
                </a:solidFill>
                <a:latin typeface="Cambria Math" panose="02040503050406030204" pitchFamily="18" charset="0"/>
              </a:rPr>
              <a:t>R1𝑒𝑜𝑙</a:t>
            </a:r>
            <a:r>
              <a:rPr lang="en-US" sz="2000" b="1" dirty="0">
                <a:solidFill>
                  <a:srgbClr val="000000"/>
                </a:solidFill>
                <a:latin typeface="Times New Roman" panose="02020603050405020304" pitchFamily="18" charset="0"/>
                <a:cs typeface="Times New Roman" panose="02020603050405020304" pitchFamily="18" charset="0"/>
              </a:rPr>
              <a:t>.</a:t>
            </a:r>
            <a:r>
              <a:rPr lang="en-IN" sz="2000" b="0" i="0" u="none" strike="noStrike" baseline="0" dirty="0">
                <a:solidFill>
                  <a:srgbClr val="000000"/>
                </a:solidFill>
                <a:latin typeface="Cambria Math" panose="02040503050406030204" pitchFamily="18" charset="0"/>
              </a:rPr>
              <a:t> 𝑅1𝑖𝑛𝑖𝑡</a:t>
            </a:r>
            <a:r>
              <a:rPr lang="en-US" sz="2000" b="1" dirty="0">
                <a:solidFill>
                  <a:srgbClr val="000000"/>
                </a:solidFill>
                <a:latin typeface="Times New Roman" panose="02020603050405020304" pitchFamily="18" charset="0"/>
                <a:cs typeface="Times New Roman" panose="02020603050405020304" pitchFamily="18" charset="0"/>
              </a:rPr>
              <a:t>,</a:t>
            </a:r>
            <a:r>
              <a:rPr lang="en-IN" sz="2000" b="0" i="0" u="none" strike="noStrike" baseline="0" dirty="0">
                <a:solidFill>
                  <a:srgbClr val="000000"/>
                </a:solidFill>
                <a:latin typeface="Cambria Math" panose="02040503050406030204" pitchFamily="18" charset="0"/>
              </a:rPr>
              <a:t> 𝑅1𝑎𝑐𝑡,R2eol.R2act,R2init</a:t>
            </a:r>
          </a:p>
          <a:p>
            <a:pPr marL="457200" indent="-457200">
              <a:buFont typeface="Wingdings" panose="05000000000000000000" pitchFamily="2" charset="2"/>
              <a:buAutoNum type="arabicPeriod"/>
            </a:pPr>
            <a:endParaRPr lang="en-IN" sz="2000" b="0" i="0" u="none" strike="noStrike" baseline="0" dirty="0">
              <a:solidFill>
                <a:srgbClr val="000000"/>
              </a:solidFill>
              <a:latin typeface="Cambria Math" panose="02040503050406030204" pitchFamily="18" charset="0"/>
            </a:endParaRPr>
          </a:p>
          <a:p>
            <a:pPr marL="457200" indent="-457200">
              <a:buFont typeface="Wingdings" panose="05000000000000000000" pitchFamily="2" charset="2"/>
              <a:buAutoNum type="arabicPeriod"/>
            </a:pPr>
            <a:endParaRPr lang="en-US" sz="2000" b="1" dirty="0">
              <a:latin typeface="Times New Roman" panose="02020603050405020304" pitchFamily="18" charset="0"/>
              <a:cs typeface="Times New Roman" panose="02020603050405020304" pitchFamily="18" charset="0"/>
            </a:endParaRPr>
          </a:p>
          <a:p>
            <a:pPr marL="457200" indent="-457200">
              <a:buAutoNum type="arabicPeriod"/>
            </a:pPr>
            <a:endParaRPr lang="en-US" sz="2000" b="1" dirty="0">
              <a:latin typeface="Times New Roman" panose="02020603050405020304" pitchFamily="18" charset="0"/>
              <a:cs typeface="Times New Roman" panose="02020603050405020304" pitchFamily="18" charset="0"/>
            </a:endParaRPr>
          </a:p>
          <a:p>
            <a:pPr marL="457200" indent="-457200">
              <a:buAutoNum type="arabicPeriod"/>
            </a:pPr>
            <a:endParaRPr lang="en-US" sz="2000" b="1"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3EA34E7E-6BB0-4276-9993-7D15DAF830EB}"/>
              </a:ext>
            </a:extLst>
          </p:cNvPr>
          <p:cNvSpPr>
            <a:spLocks noGrp="1"/>
          </p:cNvSpPr>
          <p:nvPr>
            <p:ph type="body" sz="quarter" idx="13"/>
          </p:nvPr>
        </p:nvSpPr>
        <p:spPr>
          <a:xfrm>
            <a:off x="5592837" y="4831383"/>
            <a:ext cx="5635230" cy="530352"/>
          </a:xfrm>
        </p:spPr>
        <p:txBody>
          <a:bodyPr>
            <a:noAutofit/>
          </a:bodyPr>
          <a:lstStyle/>
          <a:p>
            <a:r>
              <a:rPr lang="en-US" sz="1800" b="0" i="0" u="none" strike="noStrike" baseline="0" dirty="0">
                <a:solidFill>
                  <a:srgbClr val="000000"/>
                </a:solidFill>
                <a:latin typeface="Times New Roman" panose="02020603050405020304" pitchFamily="18" charset="0"/>
              </a:rPr>
              <a:t>This structured methodology provided a comprehensive approach to estimating SOH using resistance parameters and neural network modeling, contributing to improved accuracy in battery health prediction. </a:t>
            </a:r>
            <a:endParaRPr lang="en-US" sz="2000" b="1" dirty="0">
              <a:latin typeface="Times New Roman" panose="02020603050405020304" pitchFamily="18" charset="0"/>
              <a:cs typeface="Times New Roman" panose="02020603050405020304" pitchFamily="18" charset="0"/>
            </a:endParaRPr>
          </a:p>
        </p:txBody>
      </p:sp>
      <p:sp>
        <p:nvSpPr>
          <p:cNvPr id="11" name="Slide Number Placeholder 10">
            <a:extLst>
              <a:ext uri="{FF2B5EF4-FFF2-40B4-BE49-F238E27FC236}">
                <a16:creationId xmlns:a16="http://schemas.microsoft.com/office/drawing/2014/main" id="{5F67B498-D587-4BC1-B0F3-4316C41ADDF9}"/>
              </a:ext>
            </a:extLst>
          </p:cNvPr>
          <p:cNvSpPr>
            <a:spLocks noGrp="1"/>
          </p:cNvSpPr>
          <p:nvPr>
            <p:ph type="sldNum" sz="quarter" idx="12"/>
          </p:nvPr>
        </p:nvSpPr>
        <p:spPr>
          <a:xfrm>
            <a:off x="8610600" y="6429375"/>
            <a:ext cx="2743200" cy="365125"/>
          </a:xfrm>
        </p:spPr>
        <p:txBody>
          <a:bodyPr/>
          <a:lstStyle/>
          <a:p>
            <a:fld id="{28844951-7827-47D4-8276-7DDE1FA7D85A}" type="slidenum">
              <a:rPr lang="en-US" sz="2000" b="1" smtClean="0">
                <a:latin typeface="Times New Roman" panose="02020603050405020304" pitchFamily="18" charset="0"/>
                <a:cs typeface="Times New Roman" panose="02020603050405020304" pitchFamily="18" charset="0"/>
              </a:rPr>
              <a:pPr/>
              <a:t>7</a:t>
            </a:fld>
            <a:endParaRPr lang="en-US" sz="20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5E633EEA-435F-9B27-01EA-5B14665C5FA7}"/>
              </a:ext>
            </a:extLst>
          </p:cNvPr>
          <p:cNvSpPr>
            <a:spLocks noGrp="1"/>
          </p:cNvSpPr>
          <p:nvPr>
            <p:ph type="ftr" sz="quarter" idx="11"/>
          </p:nvPr>
        </p:nvSpPr>
        <p:spPr/>
        <p:txBody>
          <a:bodyPr/>
          <a:lstStyle/>
          <a:p>
            <a:endParaRPr lang="en-US" sz="2000" dirty="0">
              <a:latin typeface="Times New Roman" panose="02020603050405020304" pitchFamily="18" charset="0"/>
              <a:cs typeface="Times New Roman" panose="02020603050405020304" pitchFamily="18" charset="0"/>
            </a:endParaRPr>
          </a:p>
        </p:txBody>
      </p:sp>
      <p:pic>
        <p:nvPicPr>
          <p:cNvPr id="10" name="Content Placeholder 9">
            <a:extLst>
              <a:ext uri="{FF2B5EF4-FFF2-40B4-BE49-F238E27FC236}">
                <a16:creationId xmlns:a16="http://schemas.microsoft.com/office/drawing/2014/main" id="{C871E56A-C57F-7B93-97B9-5DE7D2CD428E}"/>
              </a:ext>
            </a:extLst>
          </p:cNvPr>
          <p:cNvPicPr>
            <a:picLocks noGrp="1" noChangeAspect="1"/>
          </p:cNvPicPr>
          <p:nvPr>
            <p:ph sz="half" idx="2"/>
          </p:nvPr>
        </p:nvPicPr>
        <p:blipFill>
          <a:blip r:embed="rId2"/>
          <a:stretch>
            <a:fillRect/>
          </a:stretch>
        </p:blipFill>
        <p:spPr>
          <a:xfrm>
            <a:off x="5904012" y="1799226"/>
            <a:ext cx="4498775" cy="2918560"/>
          </a:xfrm>
        </p:spPr>
      </p:pic>
    </p:spTree>
    <p:extLst>
      <p:ext uri="{BB962C8B-B14F-4D97-AF65-F5344CB8AC3E}">
        <p14:creationId xmlns:p14="http://schemas.microsoft.com/office/powerpoint/2010/main" val="2911269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20C79-57AF-8215-8697-ABD8E03C585D}"/>
              </a:ext>
            </a:extLst>
          </p:cNvPr>
          <p:cNvSpPr>
            <a:spLocks noGrp="1"/>
          </p:cNvSpPr>
          <p:nvPr>
            <p:ph type="ctrTitle"/>
          </p:nvPr>
        </p:nvSpPr>
        <p:spPr>
          <a:xfrm>
            <a:off x="0" y="30424"/>
            <a:ext cx="3808071" cy="1552052"/>
          </a:xfrm>
        </p:spPr>
        <p:txBody>
          <a:bodyPr/>
          <a:lstStyle/>
          <a:p>
            <a:r>
              <a:rPr lang="en-US" dirty="0">
                <a:latin typeface="Times New Roman" panose="02020603050405020304" pitchFamily="18" charset="0"/>
                <a:cs typeface="Times New Roman" panose="02020603050405020304" pitchFamily="18" charset="0"/>
              </a:rPr>
              <a:t>RESULTS</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1E365CB-7771-5E1B-ACD5-C738884A2CC7}"/>
              </a:ext>
            </a:extLst>
          </p:cNvPr>
          <p:cNvSpPr>
            <a:spLocks noGrp="1"/>
          </p:cNvSpPr>
          <p:nvPr>
            <p:ph type="body" sz="quarter" idx="15"/>
          </p:nvPr>
        </p:nvSpPr>
        <p:spPr>
          <a:xfrm>
            <a:off x="300942" y="516836"/>
            <a:ext cx="11109180" cy="5784574"/>
          </a:xfrm>
        </p:spPr>
        <p:txBody>
          <a:bodyPr/>
          <a:lstStyle/>
          <a:p>
            <a:r>
              <a:rPr lang="en-US" sz="2800" b="1" dirty="0">
                <a:latin typeface="Times New Roman" panose="02020603050405020304" pitchFamily="18" charset="0"/>
                <a:cs typeface="Times New Roman" panose="02020603050405020304" pitchFamily="18" charset="0"/>
              </a:rPr>
              <a:t>                                    1.) </a:t>
            </a:r>
            <a:r>
              <a:rPr lang="en-IN" sz="2400" b="1" i="0" u="none" strike="noStrike" baseline="0" dirty="0">
                <a:latin typeface="Times New Roman" panose="02020603050405020304" pitchFamily="18" charset="0"/>
              </a:rPr>
              <a:t>Training and Convergence </a:t>
            </a:r>
            <a:endParaRPr lang="en-US" sz="2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36F97F6-620F-A953-112A-137048A17D9D}"/>
              </a:ext>
            </a:extLst>
          </p:cNvPr>
          <p:cNvSpPr txBox="1"/>
          <p:nvPr/>
        </p:nvSpPr>
        <p:spPr>
          <a:xfrm>
            <a:off x="340244" y="5935810"/>
            <a:ext cx="11567276" cy="954107"/>
          </a:xfrm>
          <a:prstGeom prst="rect">
            <a:avLst/>
          </a:prstGeom>
          <a:noFill/>
        </p:spPr>
        <p:txBody>
          <a:bodyPr wrap="square">
            <a:spAutoFit/>
          </a:bodyPr>
          <a:lstStyle/>
          <a:p>
            <a:r>
              <a:rPr lang="en-US" sz="2800" b="0" i="1" u="none" strike="noStrike" baseline="0" dirty="0">
                <a:solidFill>
                  <a:srgbClr val="1F487C"/>
                </a:solidFill>
                <a:latin typeface="Times New Roman" panose="02020603050405020304" pitchFamily="18" charset="0"/>
              </a:rPr>
              <a:t>This figure illustrates the decreasing trend of the MSE throughout the training process, indicating effective learning and optimization. </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E2F7058-F995-1391-1D9F-A0972F969646}"/>
              </a:ext>
            </a:extLst>
          </p:cNvPr>
          <p:cNvSpPr txBox="1"/>
          <p:nvPr/>
        </p:nvSpPr>
        <p:spPr>
          <a:xfrm>
            <a:off x="6096000" y="1057552"/>
            <a:ext cx="5854148" cy="2677656"/>
          </a:xfrm>
          <a:prstGeom prst="rect">
            <a:avLst/>
          </a:prstGeom>
          <a:noFill/>
        </p:spPr>
        <p:txBody>
          <a:bodyPr wrap="square" rtlCol="0">
            <a:spAutoFit/>
          </a:bodyPr>
          <a:lstStyle/>
          <a:p>
            <a:pPr marL="285750" indent="-285750" algn="just">
              <a:buFont typeface="Arial" panose="020B0604020202020204" pitchFamily="34" charset="0"/>
              <a:buChar char="•"/>
            </a:pPr>
            <a:r>
              <a:rPr lang="en-US" sz="2400" b="0" i="0" u="none" strike="noStrike" baseline="0" dirty="0">
                <a:solidFill>
                  <a:schemeClr val="bg1"/>
                </a:solidFill>
                <a:latin typeface="Times New Roman" panose="02020603050405020304" pitchFamily="18" charset="0"/>
              </a:rPr>
              <a:t>The model was trained using the Gradient Descent algorithm (TRAINGD) with Mean Squared Error (MSE) as the performance metric. The training process was conducted for 500 epochs, and the network demonstrated good convergence behavior, as shown in </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C8B87ED-31B3-7B4D-C885-E7578102A776}"/>
              </a:ext>
            </a:extLst>
          </p:cNvPr>
          <p:cNvSpPr txBox="1"/>
          <p:nvPr/>
        </p:nvSpPr>
        <p:spPr>
          <a:xfrm>
            <a:off x="11139280" y="6524317"/>
            <a:ext cx="768240" cy="369332"/>
          </a:xfrm>
          <a:prstGeom prst="rect">
            <a:avLst/>
          </a:prstGeom>
          <a:noFill/>
        </p:spPr>
        <p:txBody>
          <a:bodyPr wrap="square">
            <a:spAutoFit/>
          </a:bodyPr>
          <a:lstStyle/>
          <a:p>
            <a:fld id="{28844951-7827-47D4-8276-7DDE1FA7D85A}" type="slidenum">
              <a:rPr lang="en-US" sz="1800" b="1" smtClean="0"/>
              <a:pPr/>
              <a:t>8</a:t>
            </a:fld>
            <a:endParaRPr lang="en-US" sz="1800" b="1" dirty="0"/>
          </a:p>
        </p:txBody>
      </p:sp>
      <p:pic>
        <p:nvPicPr>
          <p:cNvPr id="9" name="Picture 8">
            <a:extLst>
              <a:ext uri="{FF2B5EF4-FFF2-40B4-BE49-F238E27FC236}">
                <a16:creationId xmlns:a16="http://schemas.microsoft.com/office/drawing/2014/main" id="{4BFD2950-7952-D5D1-6278-25AB82E8E072}"/>
              </a:ext>
            </a:extLst>
          </p:cNvPr>
          <p:cNvPicPr>
            <a:picLocks noChangeAspect="1"/>
          </p:cNvPicPr>
          <p:nvPr/>
        </p:nvPicPr>
        <p:blipFill>
          <a:blip r:embed="rId2"/>
          <a:stretch>
            <a:fillRect/>
          </a:stretch>
        </p:blipFill>
        <p:spPr>
          <a:xfrm>
            <a:off x="382873" y="1109075"/>
            <a:ext cx="5316351" cy="4801314"/>
          </a:xfrm>
          <a:prstGeom prst="rect">
            <a:avLst/>
          </a:prstGeom>
        </p:spPr>
      </p:pic>
    </p:spTree>
    <p:extLst>
      <p:ext uri="{BB962C8B-B14F-4D97-AF65-F5344CB8AC3E}">
        <p14:creationId xmlns:p14="http://schemas.microsoft.com/office/powerpoint/2010/main" val="1810365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7544A-2431-AA3E-0914-8A300C49BBF2}"/>
              </a:ext>
            </a:extLst>
          </p:cNvPr>
          <p:cNvSpPr>
            <a:spLocks noGrp="1"/>
          </p:cNvSpPr>
          <p:nvPr>
            <p:ph type="ctrTitle"/>
          </p:nvPr>
        </p:nvSpPr>
        <p:spPr>
          <a:xfrm>
            <a:off x="-1763082" y="-897104"/>
            <a:ext cx="9144000" cy="2387600"/>
          </a:xfrm>
        </p:spPr>
        <p:txBody>
          <a:bodyPr>
            <a:normAutofit/>
          </a:bodyPr>
          <a:lstStyle/>
          <a:p>
            <a:r>
              <a:rPr lang="en-IN" sz="2000" b="1" i="0" u="none" strike="noStrike" baseline="0" dirty="0">
                <a:latin typeface="Times New Roman" panose="02020603050405020304" pitchFamily="18" charset="0"/>
              </a:rPr>
              <a:t>2.) </a:t>
            </a:r>
            <a:r>
              <a:rPr lang="en-IN" sz="2400" b="1" i="0" u="none" strike="noStrike" baseline="0" dirty="0">
                <a:latin typeface="Times New Roman" panose="02020603050405020304" pitchFamily="18" charset="0"/>
              </a:rPr>
              <a:t>Feed-Forward Network </a:t>
            </a:r>
            <a:r>
              <a:rPr lang="en-IN" sz="2000" b="1" i="0" u="none" strike="noStrike" baseline="0" dirty="0">
                <a:latin typeface="Times New Roman" panose="02020603050405020304" pitchFamily="18" charset="0"/>
              </a:rPr>
              <a:t>Output </a:t>
            </a:r>
            <a:endParaRPr lang="en-IN" sz="2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357B160-54FA-5C5A-3B23-B1407CB651FA}"/>
              </a:ext>
            </a:extLst>
          </p:cNvPr>
          <p:cNvSpPr>
            <a:spLocks noGrp="1"/>
          </p:cNvSpPr>
          <p:nvPr>
            <p:ph type="body" sz="quarter" idx="15"/>
          </p:nvPr>
        </p:nvSpPr>
        <p:spPr>
          <a:xfrm>
            <a:off x="1527050" y="3600449"/>
            <a:ext cx="9144000" cy="2960855"/>
          </a:xfrm>
        </p:spPr>
        <p:txBody>
          <a:bodyPr>
            <a:normAutofit/>
          </a:bodyPr>
          <a:lstStyle/>
          <a:p>
            <a:pPr marL="457200" indent="-457200" algn="just">
              <a:buFont typeface="Arial" panose="020B0604020202020204" pitchFamily="34" charset="0"/>
              <a:buChar char="•"/>
            </a:pPr>
            <a:endParaRPr lang="en-IN" sz="16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D08C3CF-4904-C01E-C8DB-357C9B88823A}"/>
              </a:ext>
            </a:extLst>
          </p:cNvPr>
          <p:cNvSpPr txBox="1"/>
          <p:nvPr/>
        </p:nvSpPr>
        <p:spPr>
          <a:xfrm>
            <a:off x="2715293" y="355428"/>
            <a:ext cx="8158479" cy="405367"/>
          </a:xfrm>
          <a:prstGeom prst="rect">
            <a:avLst/>
          </a:prstGeom>
          <a:noFill/>
        </p:spPr>
        <p:txBody>
          <a:bodyPr wrap="square">
            <a:spAutoFit/>
          </a:bodyPr>
          <a:lstStyle/>
          <a:p>
            <a:pPr algn="ctr">
              <a:lnSpc>
                <a:spcPct val="200000"/>
              </a:lnSpc>
            </a:pPr>
            <a:r>
              <a:rPr lang="en-US" sz="1200" dirty="0">
                <a:effectLst/>
                <a:latin typeface="Times New Roman" panose="02020603050405020304" pitchFamily="18" charset="0"/>
                <a:ea typeface="Times New Roman" panose="02020603050405020304" pitchFamily="18" charset="0"/>
              </a:rPr>
              <a:t>)</a:t>
            </a:r>
            <a:r>
              <a:rPr lang="en-US" sz="1200" b="1" baseline="-25000" dirty="0">
                <a:effectLst/>
                <a:latin typeface="Times New Roman" panose="02020603050405020304" pitchFamily="18" charset="0"/>
                <a:ea typeface="Times New Roman" panose="02020603050405020304" pitchFamily="18" charset="0"/>
              </a:rPr>
              <a:t>   </a:t>
            </a:r>
            <a:endParaRPr lang="en-IN" sz="1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CC396641-65D7-8D26-B9A3-744B4899FE90}"/>
              </a:ext>
            </a:extLst>
          </p:cNvPr>
          <p:cNvSpPr txBox="1"/>
          <p:nvPr/>
        </p:nvSpPr>
        <p:spPr>
          <a:xfrm>
            <a:off x="11734800" y="6488668"/>
            <a:ext cx="914399" cy="369332"/>
          </a:xfrm>
          <a:prstGeom prst="rect">
            <a:avLst/>
          </a:prstGeom>
          <a:noFill/>
        </p:spPr>
        <p:txBody>
          <a:bodyPr wrap="square">
            <a:spAutoFit/>
          </a:bodyPr>
          <a:lstStyle/>
          <a:p>
            <a:fld id="{28844951-7827-47D4-8276-7DDE1FA7D85A}" type="slidenum">
              <a:rPr lang="en-US" sz="1800" b="1" smtClean="0"/>
              <a:pPr/>
              <a:t>9</a:t>
            </a:fld>
            <a:endParaRPr lang="en-US" sz="1800" b="1" dirty="0"/>
          </a:p>
        </p:txBody>
      </p:sp>
      <p:pic>
        <p:nvPicPr>
          <p:cNvPr id="5" name="Picture 4">
            <a:extLst>
              <a:ext uri="{FF2B5EF4-FFF2-40B4-BE49-F238E27FC236}">
                <a16:creationId xmlns:a16="http://schemas.microsoft.com/office/drawing/2014/main" id="{C2AFF544-DADB-ACC5-B205-D3C0B85E6FFF}"/>
              </a:ext>
            </a:extLst>
          </p:cNvPr>
          <p:cNvPicPr>
            <a:picLocks noChangeAspect="1"/>
          </p:cNvPicPr>
          <p:nvPr/>
        </p:nvPicPr>
        <p:blipFill>
          <a:blip r:embed="rId2"/>
          <a:stretch>
            <a:fillRect/>
          </a:stretch>
        </p:blipFill>
        <p:spPr>
          <a:xfrm>
            <a:off x="545491" y="702063"/>
            <a:ext cx="4755713" cy="6130972"/>
          </a:xfrm>
          <a:prstGeom prst="rect">
            <a:avLst/>
          </a:prstGeom>
        </p:spPr>
      </p:pic>
      <p:sp>
        <p:nvSpPr>
          <p:cNvPr id="10" name="TextBox 9">
            <a:extLst>
              <a:ext uri="{FF2B5EF4-FFF2-40B4-BE49-F238E27FC236}">
                <a16:creationId xmlns:a16="http://schemas.microsoft.com/office/drawing/2014/main" id="{2CB6F414-24C2-81D5-74D5-D6C6401B92F5}"/>
              </a:ext>
            </a:extLst>
          </p:cNvPr>
          <p:cNvSpPr txBox="1"/>
          <p:nvPr/>
        </p:nvSpPr>
        <p:spPr>
          <a:xfrm>
            <a:off x="5301204" y="955749"/>
            <a:ext cx="5717895" cy="1200329"/>
          </a:xfrm>
          <a:prstGeom prst="rect">
            <a:avLst/>
          </a:prstGeom>
          <a:noFill/>
        </p:spPr>
        <p:txBody>
          <a:bodyPr wrap="square">
            <a:spAutoFit/>
          </a:bodyPr>
          <a:lstStyle/>
          <a:p>
            <a:r>
              <a:rPr lang="en-US" sz="2400" b="0" i="1" u="none" strike="noStrike" baseline="0" dirty="0">
                <a:solidFill>
                  <a:schemeClr val="bg1"/>
                </a:solidFill>
                <a:latin typeface="Times New Roman" panose="02020603050405020304" pitchFamily="18" charset="0"/>
              </a:rPr>
              <a:t>This result showcases the model's ability to accurately generalize and predict the R0 parameter. </a:t>
            </a:r>
            <a:endParaRPr lang="en-IN" sz="2400" dirty="0">
              <a:solidFill>
                <a:schemeClr val="bg1"/>
              </a:solidFill>
            </a:endParaRPr>
          </a:p>
        </p:txBody>
      </p:sp>
    </p:spTree>
    <p:extLst>
      <p:ext uri="{BB962C8B-B14F-4D97-AF65-F5344CB8AC3E}">
        <p14:creationId xmlns:p14="http://schemas.microsoft.com/office/powerpoint/2010/main" val="3354285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33A1B-3BA2-3210-345B-5BC8A1FA5479}"/>
              </a:ext>
            </a:extLst>
          </p:cNvPr>
          <p:cNvSpPr>
            <a:spLocks noGrp="1"/>
          </p:cNvSpPr>
          <p:nvPr>
            <p:ph type="ctrTitle"/>
          </p:nvPr>
        </p:nvSpPr>
        <p:spPr>
          <a:xfrm>
            <a:off x="-1366095" y="-927668"/>
            <a:ext cx="9144000" cy="2387600"/>
          </a:xfrm>
        </p:spPr>
        <p:txBody>
          <a:bodyPr/>
          <a:lstStyle/>
          <a:p>
            <a:r>
              <a:rPr lang="en-IN" sz="2400" b="1" i="0" u="none" strike="noStrike" baseline="0" dirty="0">
                <a:latin typeface="Times New Roman" panose="02020603050405020304" pitchFamily="18" charset="0"/>
              </a:rPr>
              <a:t>3.) Impact of Network Architecture </a:t>
            </a:r>
            <a:endParaRPr lang="en-IN" sz="2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C7869C6-F0BF-B720-3323-ED03631E8E59}"/>
              </a:ext>
            </a:extLst>
          </p:cNvPr>
          <p:cNvSpPr>
            <a:spLocks noGrp="1"/>
          </p:cNvSpPr>
          <p:nvPr>
            <p:ph type="body" sz="quarter" idx="15"/>
          </p:nvPr>
        </p:nvSpPr>
        <p:spPr>
          <a:xfrm>
            <a:off x="4754880" y="72824"/>
            <a:ext cx="6776720" cy="5677736"/>
          </a:xfrm>
        </p:spPr>
        <p:txBody>
          <a:bodyPr>
            <a:noAutofit/>
          </a:bodyPr>
          <a:lstStyle/>
          <a:p>
            <a:pPr marL="457200" indent="-457200" algn="just">
              <a:buFont typeface="Arial" panose="020B0604020202020204" pitchFamily="34" charset="0"/>
              <a:buChar char="•"/>
            </a:pPr>
            <a:endParaRPr lang="en-IN" sz="14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CED3A6F-BFBE-11E9-DE37-CAECEAC5F3C8}"/>
              </a:ext>
            </a:extLst>
          </p:cNvPr>
          <p:cNvSpPr txBox="1"/>
          <p:nvPr/>
        </p:nvSpPr>
        <p:spPr>
          <a:xfrm>
            <a:off x="11531600" y="6372186"/>
            <a:ext cx="3393440" cy="369332"/>
          </a:xfrm>
          <a:prstGeom prst="rect">
            <a:avLst/>
          </a:prstGeom>
          <a:noFill/>
        </p:spPr>
        <p:txBody>
          <a:bodyPr wrap="square">
            <a:spAutoFit/>
          </a:bodyPr>
          <a:lstStyle/>
          <a:p>
            <a:fld id="{28844951-7827-47D4-8276-7DDE1FA7D85A}" type="slidenum">
              <a:rPr lang="en-US" sz="1800" b="1" smtClean="0"/>
              <a:pPr/>
              <a:t>10</a:t>
            </a:fld>
            <a:endParaRPr lang="en-US" sz="1800" b="1" dirty="0"/>
          </a:p>
        </p:txBody>
      </p:sp>
      <p:pic>
        <p:nvPicPr>
          <p:cNvPr id="8" name="Picture 7">
            <a:extLst>
              <a:ext uri="{FF2B5EF4-FFF2-40B4-BE49-F238E27FC236}">
                <a16:creationId xmlns:a16="http://schemas.microsoft.com/office/drawing/2014/main" id="{5886A23E-80C7-7541-096D-5FF8B1A2DEBB}"/>
              </a:ext>
            </a:extLst>
          </p:cNvPr>
          <p:cNvPicPr>
            <a:picLocks noChangeAspect="1"/>
          </p:cNvPicPr>
          <p:nvPr/>
        </p:nvPicPr>
        <p:blipFill>
          <a:blip r:embed="rId2"/>
          <a:stretch>
            <a:fillRect/>
          </a:stretch>
        </p:blipFill>
        <p:spPr>
          <a:xfrm>
            <a:off x="288764" y="543587"/>
            <a:ext cx="7489141" cy="4898255"/>
          </a:xfrm>
          <a:prstGeom prst="rect">
            <a:avLst/>
          </a:prstGeom>
        </p:spPr>
      </p:pic>
      <p:sp>
        <p:nvSpPr>
          <p:cNvPr id="10" name="TextBox 9">
            <a:extLst>
              <a:ext uri="{FF2B5EF4-FFF2-40B4-BE49-F238E27FC236}">
                <a16:creationId xmlns:a16="http://schemas.microsoft.com/office/drawing/2014/main" id="{CD7FC0EF-6A2E-C8E5-9A24-381824D53B52}"/>
              </a:ext>
            </a:extLst>
          </p:cNvPr>
          <p:cNvSpPr txBox="1"/>
          <p:nvPr/>
        </p:nvSpPr>
        <p:spPr>
          <a:xfrm>
            <a:off x="8288940" y="684067"/>
            <a:ext cx="2731625" cy="1938992"/>
          </a:xfrm>
          <a:prstGeom prst="rect">
            <a:avLst/>
          </a:prstGeom>
          <a:noFill/>
        </p:spPr>
        <p:txBody>
          <a:bodyPr wrap="square">
            <a:spAutoFit/>
          </a:bodyPr>
          <a:lstStyle/>
          <a:p>
            <a:r>
              <a:rPr lang="en-US" sz="2400" b="0" i="0" u="none" strike="noStrike" baseline="0" dirty="0">
                <a:solidFill>
                  <a:schemeClr val="bg1"/>
                </a:solidFill>
                <a:latin typeface="Times New Roman" panose="02020603050405020304" pitchFamily="18" charset="0"/>
              </a:rPr>
              <a:t>The performance of the network was also analyzed based on the hidden layer configuration </a:t>
            </a:r>
            <a:endParaRPr lang="en-IN" sz="2400" dirty="0">
              <a:solidFill>
                <a:schemeClr val="bg1"/>
              </a:solidFill>
            </a:endParaRPr>
          </a:p>
        </p:txBody>
      </p:sp>
      <p:sp>
        <p:nvSpPr>
          <p:cNvPr id="12" name="TextBox 11">
            <a:extLst>
              <a:ext uri="{FF2B5EF4-FFF2-40B4-BE49-F238E27FC236}">
                <a16:creationId xmlns:a16="http://schemas.microsoft.com/office/drawing/2014/main" id="{4812B5AF-2CE1-83BC-BA72-77A89966063A}"/>
              </a:ext>
            </a:extLst>
          </p:cNvPr>
          <p:cNvSpPr txBox="1"/>
          <p:nvPr/>
        </p:nvSpPr>
        <p:spPr>
          <a:xfrm>
            <a:off x="146149" y="5661473"/>
            <a:ext cx="11243340" cy="954107"/>
          </a:xfrm>
          <a:prstGeom prst="rect">
            <a:avLst/>
          </a:prstGeom>
          <a:noFill/>
        </p:spPr>
        <p:txBody>
          <a:bodyPr wrap="square">
            <a:spAutoFit/>
          </a:bodyPr>
          <a:lstStyle/>
          <a:p>
            <a:r>
              <a:rPr lang="en-US" sz="2800" b="0" i="1" u="none" strike="noStrike" baseline="0" dirty="0">
                <a:solidFill>
                  <a:srgbClr val="1F487C"/>
                </a:solidFill>
                <a:latin typeface="Times New Roman" panose="02020603050405020304" pitchFamily="18" charset="0"/>
              </a:rPr>
              <a:t>This architecture was found to be optimal for the R0 parameter prediction, ensuring a balance between model complexity and performance. </a:t>
            </a:r>
            <a:endParaRPr lang="en-IN" sz="2800" dirty="0"/>
          </a:p>
        </p:txBody>
      </p:sp>
    </p:spTree>
    <p:extLst>
      <p:ext uri="{BB962C8B-B14F-4D97-AF65-F5344CB8AC3E}">
        <p14:creationId xmlns:p14="http://schemas.microsoft.com/office/powerpoint/2010/main" val="4266636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D6598-329B-4620-14A8-93D0FB26F325}"/>
              </a:ext>
            </a:extLst>
          </p:cNvPr>
          <p:cNvSpPr>
            <a:spLocks noGrp="1"/>
          </p:cNvSpPr>
          <p:nvPr>
            <p:ph type="ctrTitle"/>
          </p:nvPr>
        </p:nvSpPr>
        <p:spPr>
          <a:xfrm>
            <a:off x="8481495" y="1126563"/>
            <a:ext cx="2396768" cy="2387600"/>
          </a:xfrm>
        </p:spPr>
        <p:txBody>
          <a:bodyPr>
            <a:noAutofit/>
          </a:bodyPr>
          <a:lstStyle/>
          <a:p>
            <a:r>
              <a:rPr lang="en-US" sz="2400" b="0" i="0" u="none" strike="noStrike" baseline="0" dirty="0">
                <a:latin typeface="Times New Roman" panose="02020603050405020304" pitchFamily="18" charset="0"/>
              </a:rPr>
              <a:t>To validate the accuracy of the model, the predicted values were compared with the actual measured values </a:t>
            </a:r>
            <a:endParaRPr lang="en-IN" sz="2400" dirty="0"/>
          </a:p>
        </p:txBody>
      </p:sp>
      <p:sp>
        <p:nvSpPr>
          <p:cNvPr id="3" name="Text Placeholder 2">
            <a:extLst>
              <a:ext uri="{FF2B5EF4-FFF2-40B4-BE49-F238E27FC236}">
                <a16:creationId xmlns:a16="http://schemas.microsoft.com/office/drawing/2014/main" id="{2D3D13D2-5F77-0FF0-8998-00BCC6645FAF}"/>
              </a:ext>
            </a:extLst>
          </p:cNvPr>
          <p:cNvSpPr>
            <a:spLocks noGrp="1"/>
          </p:cNvSpPr>
          <p:nvPr>
            <p:ph type="body" sz="quarter" idx="15"/>
          </p:nvPr>
        </p:nvSpPr>
        <p:spPr/>
        <p:txBody>
          <a:bodyPr>
            <a:normAutofit/>
          </a:bodyPr>
          <a:lstStyle/>
          <a:p>
            <a:pPr marL="457200" indent="-457200" algn="just">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9236426-C5C6-1C6C-C93D-92D03869533C}"/>
              </a:ext>
            </a:extLst>
          </p:cNvPr>
          <p:cNvSpPr txBox="1"/>
          <p:nvPr/>
        </p:nvSpPr>
        <p:spPr>
          <a:xfrm>
            <a:off x="11300791" y="6345343"/>
            <a:ext cx="677849" cy="369332"/>
          </a:xfrm>
          <a:prstGeom prst="rect">
            <a:avLst/>
          </a:prstGeom>
          <a:noFill/>
        </p:spPr>
        <p:txBody>
          <a:bodyPr wrap="square">
            <a:spAutoFit/>
          </a:bodyPr>
          <a:lstStyle/>
          <a:p>
            <a:fld id="{28844951-7827-47D4-8276-7DDE1FA7D85A}" type="slidenum">
              <a:rPr lang="en-US" sz="1800" b="1" smtClean="0"/>
              <a:pPr/>
              <a:t>11</a:t>
            </a:fld>
            <a:endParaRPr lang="en-IN" dirty="0"/>
          </a:p>
        </p:txBody>
      </p:sp>
      <p:pic>
        <p:nvPicPr>
          <p:cNvPr id="7" name="Picture 6">
            <a:extLst>
              <a:ext uri="{FF2B5EF4-FFF2-40B4-BE49-F238E27FC236}">
                <a16:creationId xmlns:a16="http://schemas.microsoft.com/office/drawing/2014/main" id="{926AF9F1-71AD-60B5-78D3-10C2BD048C2F}"/>
              </a:ext>
            </a:extLst>
          </p:cNvPr>
          <p:cNvPicPr>
            <a:picLocks noChangeAspect="1"/>
          </p:cNvPicPr>
          <p:nvPr/>
        </p:nvPicPr>
        <p:blipFill>
          <a:blip r:embed="rId2"/>
          <a:stretch>
            <a:fillRect/>
          </a:stretch>
        </p:blipFill>
        <p:spPr>
          <a:xfrm>
            <a:off x="193186" y="683550"/>
            <a:ext cx="7930687" cy="4551852"/>
          </a:xfrm>
          <a:prstGeom prst="rect">
            <a:avLst/>
          </a:prstGeom>
        </p:spPr>
      </p:pic>
      <p:sp>
        <p:nvSpPr>
          <p:cNvPr id="10" name="TextBox 9">
            <a:extLst>
              <a:ext uri="{FF2B5EF4-FFF2-40B4-BE49-F238E27FC236}">
                <a16:creationId xmlns:a16="http://schemas.microsoft.com/office/drawing/2014/main" id="{96F33612-FDEC-648E-C4E8-7ED3D9E98BC7}"/>
              </a:ext>
            </a:extLst>
          </p:cNvPr>
          <p:cNvSpPr txBox="1"/>
          <p:nvPr/>
        </p:nvSpPr>
        <p:spPr>
          <a:xfrm>
            <a:off x="340331" y="135598"/>
            <a:ext cx="7335456" cy="461665"/>
          </a:xfrm>
          <a:prstGeom prst="rect">
            <a:avLst/>
          </a:prstGeom>
          <a:noFill/>
        </p:spPr>
        <p:txBody>
          <a:bodyPr wrap="square">
            <a:spAutoFit/>
          </a:bodyPr>
          <a:lstStyle/>
          <a:p>
            <a:r>
              <a:rPr lang="en-US" sz="2000" b="1" i="0" u="none" strike="noStrike" baseline="0" dirty="0">
                <a:solidFill>
                  <a:schemeClr val="bg1"/>
                </a:solidFill>
                <a:latin typeface="Times New Roman" panose="02020603050405020304" pitchFamily="18" charset="0"/>
              </a:rPr>
              <a:t>4</a:t>
            </a:r>
            <a:r>
              <a:rPr lang="en-US" sz="2400" b="1" i="0" u="none" strike="noStrike" baseline="0" dirty="0">
                <a:solidFill>
                  <a:schemeClr val="bg1"/>
                </a:solidFill>
                <a:latin typeface="Times New Roman" panose="02020603050405020304" pitchFamily="18" charset="0"/>
              </a:rPr>
              <a:t>.) Comparison of Predicted and Actual Value</a:t>
            </a:r>
            <a:endParaRPr lang="en-IN" sz="2400" dirty="0">
              <a:solidFill>
                <a:schemeClr val="bg1"/>
              </a:solidFill>
            </a:endParaRPr>
          </a:p>
        </p:txBody>
      </p:sp>
      <p:sp>
        <p:nvSpPr>
          <p:cNvPr id="12" name="TextBox 11">
            <a:extLst>
              <a:ext uri="{FF2B5EF4-FFF2-40B4-BE49-F238E27FC236}">
                <a16:creationId xmlns:a16="http://schemas.microsoft.com/office/drawing/2014/main" id="{31C1AD91-4EE4-41AC-70FD-23650874A1C5}"/>
              </a:ext>
            </a:extLst>
          </p:cNvPr>
          <p:cNvSpPr txBox="1"/>
          <p:nvPr/>
        </p:nvSpPr>
        <p:spPr>
          <a:xfrm>
            <a:off x="570053" y="5451385"/>
            <a:ext cx="10308210" cy="1384995"/>
          </a:xfrm>
          <a:prstGeom prst="rect">
            <a:avLst/>
          </a:prstGeom>
          <a:noFill/>
        </p:spPr>
        <p:txBody>
          <a:bodyPr wrap="square">
            <a:spAutoFit/>
          </a:bodyPr>
          <a:lstStyle/>
          <a:p>
            <a:r>
              <a:rPr lang="en-US" sz="2800" b="0" i="1" u="none" strike="noStrike" baseline="0" dirty="0">
                <a:solidFill>
                  <a:srgbClr val="1F487C"/>
                </a:solidFill>
                <a:latin typeface="Times New Roman" panose="02020603050405020304" pitchFamily="18" charset="0"/>
              </a:rPr>
              <a:t>The graph shows a close alignment between the predicted and actual values, confirming the model's effectiveness. The minimal deviation between the two curves indicates high prediction accuracy </a:t>
            </a:r>
            <a:endParaRPr lang="en-IN" sz="2800" dirty="0"/>
          </a:p>
        </p:txBody>
      </p:sp>
    </p:spTree>
    <p:extLst>
      <p:ext uri="{BB962C8B-B14F-4D97-AF65-F5344CB8AC3E}">
        <p14:creationId xmlns:p14="http://schemas.microsoft.com/office/powerpoint/2010/main" val="2511732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E8EDB-FEA2-E8A5-D817-B1993764C4EB}"/>
              </a:ext>
            </a:extLst>
          </p:cNvPr>
          <p:cNvSpPr>
            <a:spLocks noGrp="1"/>
          </p:cNvSpPr>
          <p:nvPr>
            <p:ph type="title"/>
          </p:nvPr>
        </p:nvSpPr>
        <p:spPr/>
        <p:txBody>
          <a:bodyPr/>
          <a:lstStyle/>
          <a:p>
            <a:r>
              <a:rPr lang="en-IN" dirty="0"/>
              <a:t>Credits</a:t>
            </a:r>
          </a:p>
        </p:txBody>
      </p:sp>
      <p:sp>
        <p:nvSpPr>
          <p:cNvPr id="3" name="Content Placeholder 2">
            <a:extLst>
              <a:ext uri="{FF2B5EF4-FFF2-40B4-BE49-F238E27FC236}">
                <a16:creationId xmlns:a16="http://schemas.microsoft.com/office/drawing/2014/main" id="{C7ABD341-AAAA-E075-5BF3-CF7A2EDE8DF8}"/>
              </a:ext>
            </a:extLst>
          </p:cNvPr>
          <p:cNvSpPr>
            <a:spLocks noGrp="1"/>
          </p:cNvSpPr>
          <p:nvPr>
            <p:ph idx="1"/>
          </p:nvPr>
        </p:nvSpPr>
        <p:spPr/>
        <p:txBody>
          <a:bodyPr/>
          <a:lstStyle/>
          <a:p>
            <a:r>
              <a:rPr lang="en-IN" dirty="0"/>
              <a:t>We would like to convey our deepest gratitude to Dr. Gregory Plett, University of Colorado for the datasets provided as a part of Coursera training course.</a:t>
            </a:r>
          </a:p>
        </p:txBody>
      </p:sp>
      <p:sp>
        <p:nvSpPr>
          <p:cNvPr id="4" name="Footer Placeholder 3">
            <a:extLst>
              <a:ext uri="{FF2B5EF4-FFF2-40B4-BE49-F238E27FC236}">
                <a16:creationId xmlns:a16="http://schemas.microsoft.com/office/drawing/2014/main" id="{62279E76-D6AD-812B-3748-7A4CE6AAD3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14E70D-1C28-B675-2CEC-5AF8389E8464}"/>
              </a:ext>
            </a:extLst>
          </p:cNvPr>
          <p:cNvSpPr>
            <a:spLocks noGrp="1"/>
          </p:cNvSpPr>
          <p:nvPr>
            <p:ph type="sldNum" sz="quarter" idx="12"/>
          </p:nvPr>
        </p:nvSpPr>
        <p:spPr/>
        <p:txBody>
          <a:bodyPr/>
          <a:lstStyle/>
          <a:p>
            <a:fld id="{28844951-7827-47D4-8276-7DDE1FA7D85A}" type="slidenum">
              <a:rPr lang="en-US" smtClean="0"/>
              <a:t>12</a:t>
            </a:fld>
            <a:endParaRPr lang="en-US"/>
          </a:p>
        </p:txBody>
      </p:sp>
    </p:spTree>
    <p:extLst>
      <p:ext uri="{BB962C8B-B14F-4D97-AF65-F5344CB8AC3E}">
        <p14:creationId xmlns:p14="http://schemas.microsoft.com/office/powerpoint/2010/main" val="3249405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91913-1391-AC33-0641-AC63446AF4EF}"/>
              </a:ext>
            </a:extLst>
          </p:cNvPr>
          <p:cNvSpPr>
            <a:spLocks noGrp="1"/>
          </p:cNvSpPr>
          <p:nvPr>
            <p:ph type="ctrTitle"/>
          </p:nvPr>
        </p:nvSpPr>
        <p:spPr/>
        <p:txBody>
          <a:bodyPr>
            <a:normAutofit/>
          </a:bodyPr>
          <a:lstStyle/>
          <a:p>
            <a:endParaRPr lang="en-IN" sz="1400" dirty="0"/>
          </a:p>
        </p:txBody>
      </p:sp>
      <p:sp>
        <p:nvSpPr>
          <p:cNvPr id="3" name="Text Placeholder 2">
            <a:extLst>
              <a:ext uri="{FF2B5EF4-FFF2-40B4-BE49-F238E27FC236}">
                <a16:creationId xmlns:a16="http://schemas.microsoft.com/office/drawing/2014/main" id="{78EF6355-D3EC-5F13-FFDB-454DB34087E1}"/>
              </a:ext>
            </a:extLst>
          </p:cNvPr>
          <p:cNvSpPr>
            <a:spLocks noGrp="1"/>
          </p:cNvSpPr>
          <p:nvPr>
            <p:ph type="body" sz="quarter" idx="15"/>
          </p:nvPr>
        </p:nvSpPr>
        <p:spPr>
          <a:xfrm>
            <a:off x="299545" y="1351753"/>
            <a:ext cx="11592909" cy="4154493"/>
          </a:xfrm>
        </p:spPr>
        <p:txBody>
          <a:bodyPr>
            <a:noAutofit/>
          </a:bodyPr>
          <a:lstStyle/>
          <a:p>
            <a:pPr algn="just"/>
            <a:r>
              <a:rPr lang="en-US" dirty="0"/>
              <a:t>This study presents an effective method for estimating the State of Health (</a:t>
            </a:r>
            <a:r>
              <a:rPr lang="en-US" dirty="0" err="1"/>
              <a:t>SoH</a:t>
            </a:r>
            <a:r>
              <a:rPr lang="en-US" dirty="0"/>
              <a:t>) of Li-ion batteries using Equivalent Circuit Model (ECM) parameters and Backpropagation Neural Networks. By leveraging key parameters (R0, R1, R2, C1, and C2), the proposed model achieves high prediction accuracy, capturing complex battery behaviors. This approach enhances </a:t>
            </a:r>
            <a:r>
              <a:rPr lang="en-US" dirty="0" err="1"/>
              <a:t>SoH</a:t>
            </a:r>
            <a:r>
              <a:rPr lang="en-US" dirty="0"/>
              <a:t> estimation compared to traditional methods, improving battery reliability and lifespan. The findings demonstrate the potential of integrating neural networks with battery management systems for advanced health monitoring..</a:t>
            </a:r>
            <a:endParaRPr lang="en-IN" dirty="0"/>
          </a:p>
        </p:txBody>
      </p:sp>
      <p:sp>
        <p:nvSpPr>
          <p:cNvPr id="5" name="TextBox 4">
            <a:extLst>
              <a:ext uri="{FF2B5EF4-FFF2-40B4-BE49-F238E27FC236}">
                <a16:creationId xmlns:a16="http://schemas.microsoft.com/office/drawing/2014/main" id="{AFDAF9C6-7DD4-0C21-C33F-AF84DBEB373C}"/>
              </a:ext>
            </a:extLst>
          </p:cNvPr>
          <p:cNvSpPr txBox="1"/>
          <p:nvPr/>
        </p:nvSpPr>
        <p:spPr>
          <a:xfrm>
            <a:off x="1639613" y="544229"/>
            <a:ext cx="6096000" cy="646331"/>
          </a:xfrm>
          <a:prstGeom prst="rect">
            <a:avLst/>
          </a:prstGeom>
          <a:noFill/>
        </p:spPr>
        <p:txBody>
          <a:bodyPr wrap="square">
            <a:spAutoFit/>
          </a:bodyPr>
          <a:lstStyle/>
          <a:p>
            <a:r>
              <a:rPr lang="en-US" sz="3600" b="1" dirty="0">
                <a:solidFill>
                  <a:schemeClr val="bg1"/>
                </a:solidFill>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331292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2D73B-10E0-A239-9063-225A97B0B939}"/>
              </a:ext>
            </a:extLst>
          </p:cNvPr>
          <p:cNvSpPr>
            <a:spLocks noGrp="1"/>
          </p:cNvSpPr>
          <p:nvPr>
            <p:ph type="ctrTitle"/>
          </p:nvPr>
        </p:nvSpPr>
        <p:spPr>
          <a:xfrm>
            <a:off x="1437598" y="1887013"/>
            <a:ext cx="9144000" cy="2387600"/>
          </a:xfrm>
        </p:spPr>
        <p:txBody>
          <a:bodyPr>
            <a:normAutofit/>
          </a:bodyPr>
          <a:lstStyle/>
          <a:p>
            <a:r>
              <a:rPr lang="en-US" sz="7200" b="1" dirty="0">
                <a:latin typeface="Times New Roman" panose="02020603050405020304" pitchFamily="18" charset="0"/>
                <a:cs typeface="Times New Roman" panose="02020603050405020304" pitchFamily="18" charset="0"/>
              </a:rPr>
              <a:t>THANK YOU</a:t>
            </a:r>
            <a:endParaRPr lang="en-IN" sz="72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DAFFDFD-FAB5-8C99-6C23-C0D4A8ACA011}"/>
              </a:ext>
            </a:extLst>
          </p:cNvPr>
          <p:cNvSpPr>
            <a:spLocks noGrp="1"/>
          </p:cNvSpPr>
          <p:nvPr>
            <p:ph type="body" sz="quarter" idx="15"/>
          </p:nvPr>
        </p:nvSpPr>
        <p:spPr/>
        <p:txBody>
          <a:bodyPr/>
          <a:lstStyle/>
          <a:p>
            <a:endParaRPr lang="en-IN"/>
          </a:p>
        </p:txBody>
      </p:sp>
      <p:sp>
        <p:nvSpPr>
          <p:cNvPr id="5" name="TextBox 4">
            <a:extLst>
              <a:ext uri="{FF2B5EF4-FFF2-40B4-BE49-F238E27FC236}">
                <a16:creationId xmlns:a16="http://schemas.microsoft.com/office/drawing/2014/main" id="{7CF7F8E5-6072-0169-B1B6-AF24C5BDA830}"/>
              </a:ext>
            </a:extLst>
          </p:cNvPr>
          <p:cNvSpPr txBox="1"/>
          <p:nvPr/>
        </p:nvSpPr>
        <p:spPr>
          <a:xfrm>
            <a:off x="10990193" y="6375160"/>
            <a:ext cx="6097656" cy="369332"/>
          </a:xfrm>
          <a:prstGeom prst="rect">
            <a:avLst/>
          </a:prstGeom>
          <a:noFill/>
        </p:spPr>
        <p:txBody>
          <a:bodyPr wrap="square">
            <a:spAutoFit/>
          </a:bodyPr>
          <a:lstStyle/>
          <a:p>
            <a:fld id="{28844951-7827-47D4-8276-7DDE1FA7D85A}" type="slidenum">
              <a:rPr lang="en-US" sz="1800" b="1" smtClean="0"/>
              <a:pPr/>
              <a:t>14</a:t>
            </a:fld>
            <a:endParaRPr lang="en-US" sz="1800" b="1" dirty="0"/>
          </a:p>
        </p:txBody>
      </p:sp>
    </p:spTree>
    <p:extLst>
      <p:ext uri="{BB962C8B-B14F-4D97-AF65-F5344CB8AC3E}">
        <p14:creationId xmlns:p14="http://schemas.microsoft.com/office/powerpoint/2010/main" val="2313600292"/>
      </p:ext>
    </p:extLst>
  </p:cSld>
  <p:clrMapOvr>
    <a:masterClrMapping/>
  </p:clrMapOvr>
</p:sld>
</file>

<file path=ppt/theme/theme1.xml><?xml version="1.0" encoding="utf-8"?>
<a:theme xmlns:a="http://schemas.openxmlformats.org/drawingml/2006/main" name="LuminousVTI">
  <a:themeElements>
    <a:clrScheme name="Custom 54">
      <a:dk1>
        <a:sysClr val="windowText" lastClr="000000"/>
      </a:dk1>
      <a:lt1>
        <a:sysClr val="window" lastClr="FFFFFF"/>
      </a:lt1>
      <a:dk2>
        <a:srgbClr val="201449"/>
      </a:dk2>
      <a:lt2>
        <a:srgbClr val="EEEEEE"/>
      </a:lt2>
      <a:accent1>
        <a:srgbClr val="F900A0"/>
      </a:accent1>
      <a:accent2>
        <a:srgbClr val="4D4EE6"/>
      </a:accent2>
      <a:accent3>
        <a:srgbClr val="454B78"/>
      </a:accent3>
      <a:accent4>
        <a:srgbClr val="A3A3C1"/>
      </a:accent4>
      <a:accent5>
        <a:srgbClr val="7162FE"/>
      </a:accent5>
      <a:accent6>
        <a:srgbClr val="1EBE9B"/>
      </a:accent6>
      <a:hlink>
        <a:srgbClr val="F900A0"/>
      </a:hlink>
      <a:folHlink>
        <a:srgbClr val="8477FE"/>
      </a:folHlink>
    </a:clrScheme>
    <a:fontScheme name="Custom 51">
      <a:majorFont>
        <a:latin typeface="Sabon Next L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uminousVTI" id="{3EBF12FF-FD44-415B-AB75-5B4F7E5C3AC4}" vid="{521B7FAE-6A8D-4468-B79A-0706294A0D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AFE2A1-77F8-441E-9B9F-DD61C354F4FE}">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5CF4B188-9E41-4609-81DC-EA2587D009AE}">
  <ds:schemaRefs>
    <ds:schemaRef ds:uri="http://schemas.microsoft.com/sharepoint/v3/contenttype/forms"/>
  </ds:schemaRefs>
</ds:datastoreItem>
</file>

<file path=customXml/itemProps3.xml><?xml version="1.0" encoding="utf-8"?>
<ds:datastoreItem xmlns:ds="http://schemas.openxmlformats.org/officeDocument/2006/customXml" ds:itemID="{56052644-F409-493B-8E91-969D43897F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Luminous design</Template>
  <TotalTime>991</TotalTime>
  <Words>1006</Words>
  <Application>Microsoft Office PowerPoint</Application>
  <PresentationFormat>Widescreen</PresentationFormat>
  <Paragraphs>95</Paragraphs>
  <Slides>14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Avenir Next LT Pro</vt:lpstr>
      <vt:lpstr>Calibri</vt:lpstr>
      <vt:lpstr>Cambria</vt:lpstr>
      <vt:lpstr>Cambria Math</vt:lpstr>
      <vt:lpstr>Sabon Next LT</vt:lpstr>
      <vt:lpstr>Times New Roman</vt:lpstr>
      <vt:lpstr>Wingdings</vt:lpstr>
      <vt:lpstr>LuminousVTI</vt:lpstr>
      <vt:lpstr>Research Experience for Undergraduate(REU) Estimation of the State of Health of the Li-ion Battery for EV Applications  </vt:lpstr>
      <vt:lpstr>Overview</vt:lpstr>
      <vt:lpstr>Introduction</vt:lpstr>
      <vt:lpstr>Literature Review</vt:lpstr>
      <vt:lpstr>Objectives</vt:lpstr>
      <vt:lpstr>PowerPoint Presentation</vt:lpstr>
      <vt:lpstr>IMPLEMENTATION</vt:lpstr>
      <vt:lpstr>RESULTS</vt:lpstr>
      <vt:lpstr>2.) Feed-Forward Network Output </vt:lpstr>
      <vt:lpstr>3.) Impact of Network Architecture </vt:lpstr>
      <vt:lpstr>To validate the accuracy of the model, the predicted values were compared with the actual measured values </vt:lpstr>
      <vt:lpstr>Credits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devaki asangi</dc:creator>
  <cp:lastModifiedBy>anu yaligar</cp:lastModifiedBy>
  <cp:revision>32</cp:revision>
  <dcterms:created xsi:type="dcterms:W3CDTF">2025-02-15T19:05:55Z</dcterms:created>
  <dcterms:modified xsi:type="dcterms:W3CDTF">2025-03-01T08:14:10Z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